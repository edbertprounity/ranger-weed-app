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28"/>
  </p:notesMasterIdLst>
  <p:sldIdLst>
    <p:sldId id="328" r:id="rId2"/>
    <p:sldId id="285" r:id="rId3"/>
    <p:sldId id="317" r:id="rId4"/>
    <p:sldId id="265" r:id="rId5"/>
    <p:sldId id="349" r:id="rId6"/>
    <p:sldId id="294" r:id="rId7"/>
    <p:sldId id="293" r:id="rId8"/>
    <p:sldId id="295" r:id="rId9"/>
    <p:sldId id="286" r:id="rId10"/>
    <p:sldId id="332" r:id="rId11"/>
    <p:sldId id="334" r:id="rId12"/>
    <p:sldId id="335" r:id="rId13"/>
    <p:sldId id="341" r:id="rId14"/>
    <p:sldId id="342" r:id="rId15"/>
    <p:sldId id="343" r:id="rId16"/>
    <p:sldId id="344" r:id="rId17"/>
    <p:sldId id="337" r:id="rId18"/>
    <p:sldId id="352" r:id="rId19"/>
    <p:sldId id="350" r:id="rId20"/>
    <p:sldId id="289" r:id="rId21"/>
    <p:sldId id="290" r:id="rId22"/>
    <p:sldId id="336" r:id="rId23"/>
    <p:sldId id="347" r:id="rId24"/>
    <p:sldId id="353" r:id="rId25"/>
    <p:sldId id="284" r:id="rId26"/>
    <p:sldId id="26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89E35B-24EA-9240-9B2B-EA071556EE5B}">
          <p14:sldIdLst>
            <p14:sldId id="328"/>
            <p14:sldId id="285"/>
            <p14:sldId id="317"/>
          </p14:sldIdLst>
        </p14:section>
        <p14:section name="Section 1" id="{950A79E4-472C-A14F-BCB5-EA2E95A07190}">
          <p14:sldIdLst>
            <p14:sldId id="265"/>
            <p14:sldId id="349"/>
            <p14:sldId id="294"/>
            <p14:sldId id="293"/>
            <p14:sldId id="295"/>
            <p14:sldId id="286"/>
            <p14:sldId id="332"/>
            <p14:sldId id="334"/>
            <p14:sldId id="335"/>
            <p14:sldId id="341"/>
            <p14:sldId id="342"/>
            <p14:sldId id="343"/>
            <p14:sldId id="344"/>
            <p14:sldId id="337"/>
            <p14:sldId id="352"/>
            <p14:sldId id="350"/>
            <p14:sldId id="289"/>
            <p14:sldId id="290"/>
            <p14:sldId id="336"/>
          </p14:sldIdLst>
        </p14:section>
        <p14:section name="Conclusion" id="{FD6F9360-AA23-CD4B-86F6-365C0C5C3EE8}">
          <p14:sldIdLst>
            <p14:sldId id="347"/>
          </p14:sldIdLst>
        </p14:section>
        <p14:section name="Closing" id="{646F96AC-A7B9-4004-A613-B95299D44467}">
          <p14:sldIdLst>
            <p14:sldId id="353"/>
            <p14:sldId id="284"/>
            <p14:sldId id="26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CD"/>
    <a:srgbClr val="0F4BEA"/>
    <a:srgbClr val="FFFF00"/>
    <a:srgbClr val="F0F8FD"/>
    <a:srgbClr val="0070C0"/>
    <a:srgbClr val="91C1E4"/>
    <a:srgbClr val="E97132"/>
    <a:srgbClr val="166DEA"/>
    <a:srgbClr val="B0CBF4"/>
    <a:srgbClr val="EA7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066CBB-6C38-194A-8F73-59DD5460A257}" v="3996" dt="2026-09-09T05:36:44.671"/>
    <p1510:client id="{92993D70-6F14-8473-A56D-18AD1C2CEE7C}" v="6" dt="2026-09-10T09:47:26.874"/>
    <p1510:client id="{B75D637F-D12C-DA3F-097D-F7DD227F9CD7}" v="6" dt="2026-09-10T08:26:03.7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e8911c26-cf9f-4a9c-878e-527807be8791::" providerId="AD" clId="Web-{08D3E672-D10C-40E9-5DE8-0E429D09FBAB}"/>
    <pc:docChg chg="sldOrd">
      <pc:chgData name="Guest User" userId="S::urn:spo:tenantanon#e8911c26-cf9f-4a9c-878e-527807be8791::" providerId="AD" clId="Web-{08D3E672-D10C-40E9-5DE8-0E429D09FBAB}" dt="2026-09-06T09:27:04.661" v="2"/>
      <pc:docMkLst>
        <pc:docMk/>
      </pc:docMkLst>
      <pc:sldChg chg="ord">
        <pc:chgData name="Guest User" userId="S::urn:spo:tenantanon#e8911c26-cf9f-4a9c-878e-527807be8791::" providerId="AD" clId="Web-{08D3E672-D10C-40E9-5DE8-0E429D09FBAB}" dt="2026-09-06T09:27:04.661" v="2"/>
        <pc:sldMkLst>
          <pc:docMk/>
          <pc:sldMk cId="2817264075" sldId="290"/>
        </pc:sldMkLst>
      </pc:sldChg>
    </pc:docChg>
  </pc:docChgLst>
  <pc:docChgLst>
    <pc:chgData name="Fatih Lesmana" userId="S::fatih.p.lesmana@student.uts.edu.au::3fd7bd81-608f-4a6c-bae7-8d93809e0109" providerId="AD" clId="Web-{00000000-0000-0000-0000-000000000000}"/>
    <pc:docChg chg="addSld delSld modSld modSection">
      <pc:chgData name="Fatih Lesmana" userId="S::fatih.p.lesmana@student.uts.edu.au::3fd7bd81-608f-4a6c-bae7-8d93809e0109" providerId="AD" clId="Web-{00000000-0000-0000-0000-000000000000}" dt="2026-09-09T02:12:00.987" v="41"/>
      <pc:docMkLst>
        <pc:docMk/>
      </pc:docMkLst>
      <pc:sldChg chg="del">
        <pc:chgData name="Fatih Lesmana" userId="S::fatih.p.lesmana@student.uts.edu.au::3fd7bd81-608f-4a6c-bae7-8d93809e0109" providerId="AD" clId="Web-{00000000-0000-0000-0000-000000000000}" dt="2026-09-09T01:16:10.855" v="29"/>
        <pc:sldMkLst>
          <pc:docMk/>
          <pc:sldMk cId="3565492159" sldId="348"/>
        </pc:sldMkLst>
      </pc:sldChg>
      <pc:sldChg chg="modSp addAnim delAnim">
        <pc:chgData name="Fatih Lesmana" userId="S::fatih.p.lesmana@student.uts.edu.au::3fd7bd81-608f-4a6c-bae7-8d93809e0109" providerId="AD" clId="Web-{00000000-0000-0000-0000-000000000000}" dt="2026-09-09T02:12:00.987" v="41"/>
        <pc:sldMkLst>
          <pc:docMk/>
          <pc:sldMk cId="951676116" sldId="350"/>
        </pc:sldMkLst>
        <pc:spChg chg="mod">
          <ac:chgData name="Fatih Lesmana" userId="S::fatih.p.lesmana@student.uts.edu.au::3fd7bd81-608f-4a6c-bae7-8d93809e0109" providerId="AD" clId="Web-{00000000-0000-0000-0000-000000000000}" dt="2026-09-09T02:11:37.190" v="38" actId="1076"/>
          <ac:spMkLst>
            <pc:docMk/>
            <pc:sldMk cId="951676116" sldId="350"/>
            <ac:spMk id="19" creationId="{30AC4114-6124-9148-F891-3A2E005C9037}"/>
          </ac:spMkLst>
        </pc:spChg>
        <pc:spChg chg="mod">
          <ac:chgData name="Fatih Lesmana" userId="S::fatih.p.lesmana@student.uts.edu.au::3fd7bd81-608f-4a6c-bae7-8d93809e0109" providerId="AD" clId="Web-{00000000-0000-0000-0000-000000000000}" dt="2026-09-09T02:11:37.190" v="37" actId="1076"/>
          <ac:spMkLst>
            <pc:docMk/>
            <pc:sldMk cId="951676116" sldId="350"/>
            <ac:spMk id="36" creationId="{87657824-208E-3615-18DC-9DC36B06DBE5}"/>
          </ac:spMkLst>
        </pc:spChg>
      </pc:sldChg>
      <pc:sldChg chg="add del replId">
        <pc:chgData name="Fatih Lesmana" userId="S::fatih.p.lesmana@student.uts.edu.au::3fd7bd81-608f-4a6c-bae7-8d93809e0109" providerId="AD" clId="Web-{00000000-0000-0000-0000-000000000000}" dt="2026-09-09T01:16:10.855" v="28"/>
        <pc:sldMkLst>
          <pc:docMk/>
          <pc:sldMk cId="1102891958" sldId="351"/>
        </pc:sldMkLst>
      </pc:sldChg>
      <pc:sldChg chg="addSp delSp modSp new del">
        <pc:chgData name="Fatih Lesmana" userId="S::fatih.p.lesmana@student.uts.edu.au::3fd7bd81-608f-4a6c-bae7-8d93809e0109" providerId="AD" clId="Web-{00000000-0000-0000-0000-000000000000}" dt="2026-09-09T01:15:45.402" v="25"/>
        <pc:sldMkLst>
          <pc:docMk/>
          <pc:sldMk cId="4070195149" sldId="351"/>
        </pc:sldMkLst>
        <pc:spChg chg="del">
          <ac:chgData name="Fatih Lesmana" userId="S::fatih.p.lesmana@student.uts.edu.au::3fd7bd81-608f-4a6c-bae7-8d93809e0109" providerId="AD" clId="Web-{00000000-0000-0000-0000-000000000000}" dt="2026-09-09T01:11:21.544" v="13"/>
          <ac:spMkLst>
            <pc:docMk/>
            <pc:sldMk cId="4070195149" sldId="351"/>
            <ac:spMk id="2" creationId="{4D728FD2-E5F1-2071-1805-ADA053BC3828}"/>
          </ac:spMkLst>
        </pc:spChg>
        <pc:spChg chg="del mod">
          <ac:chgData name="Fatih Lesmana" userId="S::fatih.p.lesmana@student.uts.edu.au::3fd7bd81-608f-4a6c-bae7-8d93809e0109" providerId="AD" clId="Web-{00000000-0000-0000-0000-000000000000}" dt="2026-09-09T01:11:32.247" v="14"/>
          <ac:spMkLst>
            <pc:docMk/>
            <pc:sldMk cId="4070195149" sldId="351"/>
            <ac:spMk id="3" creationId="{E75FE2B8-FCFA-D7B2-9947-959CE02D275F}"/>
          </ac:spMkLst>
        </pc:spChg>
        <pc:spChg chg="add mod">
          <ac:chgData name="Fatih Lesmana" userId="S::fatih.p.lesmana@student.uts.edu.au::3fd7bd81-608f-4a6c-bae7-8d93809e0109" providerId="AD" clId="Web-{00000000-0000-0000-0000-000000000000}" dt="2026-09-09T01:14:39.043" v="23"/>
          <ac:spMkLst>
            <pc:docMk/>
            <pc:sldMk cId="4070195149" sldId="351"/>
            <ac:spMk id="5" creationId="{D4D907D1-A1BE-33AE-30B2-7D0997A99E9D}"/>
          </ac:spMkLst>
        </pc:spChg>
      </pc:sldChg>
      <pc:sldChg chg="addSp delSp modSp new del">
        <pc:chgData name="Fatih Lesmana" userId="S::fatih.p.lesmana@student.uts.edu.au::3fd7bd81-608f-4a6c-bae7-8d93809e0109" providerId="AD" clId="Web-{00000000-0000-0000-0000-000000000000}" dt="2026-09-09T01:15:45.402" v="24"/>
        <pc:sldMkLst>
          <pc:docMk/>
          <pc:sldMk cId="1025645525" sldId="352"/>
        </pc:sldMkLst>
        <pc:spChg chg="del">
          <ac:chgData name="Fatih Lesmana" userId="S::fatih.p.lesmana@student.uts.edu.au::3fd7bd81-608f-4a6c-bae7-8d93809e0109" providerId="AD" clId="Web-{00000000-0000-0000-0000-000000000000}" dt="2026-09-09T01:13:13.090" v="19"/>
          <ac:spMkLst>
            <pc:docMk/>
            <pc:sldMk cId="1025645525" sldId="352"/>
            <ac:spMk id="2" creationId="{B934716C-6144-BD70-3C35-EF6F1443F824}"/>
          </ac:spMkLst>
        </pc:spChg>
        <pc:spChg chg="del mod">
          <ac:chgData name="Fatih Lesmana" userId="S::fatih.p.lesmana@student.uts.edu.au::3fd7bd81-608f-4a6c-bae7-8d93809e0109" providerId="AD" clId="Web-{00000000-0000-0000-0000-000000000000}" dt="2026-09-09T01:13:10.684" v="18"/>
          <ac:spMkLst>
            <pc:docMk/>
            <pc:sldMk cId="1025645525" sldId="352"/>
            <ac:spMk id="3" creationId="{EEDF65CB-6311-D34D-EB5F-71F47C991FD9}"/>
          </ac:spMkLst>
        </pc:spChg>
        <pc:spChg chg="add mod">
          <ac:chgData name="Fatih Lesmana" userId="S::fatih.p.lesmana@student.uts.edu.au::3fd7bd81-608f-4a6c-bae7-8d93809e0109" providerId="AD" clId="Web-{00000000-0000-0000-0000-000000000000}" dt="2026-09-09T01:14:32.277" v="22"/>
          <ac:spMkLst>
            <pc:docMk/>
            <pc:sldMk cId="1025645525" sldId="352"/>
            <ac:spMk id="5" creationId="{DEB386CF-9CE9-F3BB-77A2-C2BC1343E78A}"/>
          </ac:spMkLst>
        </pc:spChg>
      </pc:sldChg>
      <pc:sldChg chg="add replId">
        <pc:chgData name="Fatih Lesmana" userId="S::fatih.p.lesmana@student.uts.edu.au::3fd7bd81-608f-4a6c-bae7-8d93809e0109" providerId="AD" clId="Web-{00000000-0000-0000-0000-000000000000}" dt="2026-09-09T01:16:01.543" v="27"/>
        <pc:sldMkLst>
          <pc:docMk/>
          <pc:sldMk cId="2262956883" sldId="352"/>
        </pc:sldMkLst>
      </pc:sldChg>
    </pc:docChg>
  </pc:docChgLst>
  <pc:docChgLst>
    <pc:chgData name="来宾用户" userId="S::urn:spo:tenantanon#e8911c26-cf9f-4a9c-878e-527807be8791::" providerId="AD" clId="Web-{B0EA5C71-E75F-6491-EE69-3891B4808948}"/>
    <pc:docChg chg="addSld delSld modSld sldOrd modSection">
      <pc:chgData name="来宾用户" userId="S::urn:spo:tenantanon#e8911c26-cf9f-4a9c-878e-527807be8791::" providerId="AD" clId="Web-{B0EA5C71-E75F-6491-EE69-3891B4808948}" dt="2026-09-06T11:26:16.525" v="89"/>
      <pc:docMkLst>
        <pc:docMk/>
      </pc:docMkLst>
      <pc:sldChg chg="addSp delSp modSp mod ord setBg">
        <pc:chgData name="来宾用户" userId="S::urn:spo:tenantanon#e8911c26-cf9f-4a9c-878e-527807be8791::" providerId="AD" clId="Web-{B0EA5C71-E75F-6491-EE69-3891B4808948}" dt="2026-09-06T11:20:42.125" v="53"/>
        <pc:sldMkLst>
          <pc:docMk/>
          <pc:sldMk cId="1740181604" sldId="294"/>
        </pc:sldMkLst>
        <pc:spChg chg="mod ord">
          <ac:chgData name="来宾用户" userId="S::urn:spo:tenantanon#e8911c26-cf9f-4a9c-878e-527807be8791::" providerId="AD" clId="Web-{B0EA5C71-E75F-6491-EE69-3891B4808948}" dt="2026-09-06T10:57:44.185" v="16"/>
          <ac:spMkLst>
            <pc:docMk/>
            <pc:sldMk cId="1740181604" sldId="294"/>
            <ac:spMk id="4" creationId="{173DC755-673B-571C-8785-6F53A337919C}"/>
          </ac:spMkLst>
        </pc:spChg>
        <pc:spChg chg="ord">
          <ac:chgData name="来宾用户" userId="S::urn:spo:tenantanon#e8911c26-cf9f-4a9c-878e-527807be8791::" providerId="AD" clId="Web-{B0EA5C71-E75F-6491-EE69-3891B4808948}" dt="2026-09-06T10:57:44.185" v="16"/>
          <ac:spMkLst>
            <pc:docMk/>
            <pc:sldMk cId="1740181604" sldId="294"/>
            <ac:spMk id="5" creationId="{ACE32FE6-A093-12EC-C99A-E18B63BCD6FB}"/>
          </ac:spMkLst>
        </pc:spChg>
      </pc:sldChg>
    </pc:docChg>
  </pc:docChgLst>
  <pc:docChgLst>
    <pc:chgData name="Guest User" userId="S::urn:spo:tenantanon#e8911c26-cf9f-4a9c-878e-527807be8791::" providerId="AD" clId="Web-{B4BA547C-0837-00B9-C1E1-446D462F1CED}"/>
    <pc:docChg chg="addSld modSld sldOrd modSection">
      <pc:chgData name="Guest User" userId="S::urn:spo:tenantanon#e8911c26-cf9f-4a9c-878e-527807be8791::" providerId="AD" clId="Web-{B4BA547C-0837-00B9-C1E1-446D462F1CED}" dt="2026-09-06T10:40:41.050" v="376"/>
      <pc:docMkLst>
        <pc:docMk/>
      </pc:docMkLst>
      <pc:sldChg chg="ord">
        <pc:chgData name="Guest User" userId="S::urn:spo:tenantanon#e8911c26-cf9f-4a9c-878e-527807be8791::" providerId="AD" clId="Web-{B4BA547C-0837-00B9-C1E1-446D462F1CED}" dt="2026-09-06T10:40:41.050" v="376"/>
        <pc:sldMkLst>
          <pc:docMk/>
          <pc:sldMk cId="3488013413" sldId="289"/>
        </pc:sldMkLst>
      </pc:sldChg>
      <pc:sldChg chg="modSp">
        <pc:chgData name="Guest User" userId="S::urn:spo:tenantanon#e8911c26-cf9f-4a9c-878e-527807be8791::" providerId="AD" clId="Web-{B4BA547C-0837-00B9-C1E1-446D462F1CED}" dt="2026-09-06T10:29:16.507" v="375"/>
        <pc:sldMkLst>
          <pc:docMk/>
          <pc:sldMk cId="2817264075" sldId="290"/>
        </pc:sldMkLst>
      </pc:sldChg>
    </pc:docChg>
  </pc:docChgLst>
  <pc:docChgLst>
    <pc:chgData name="Guest User" userId="S::urn:spo:tenantanon#e8911c26-cf9f-4a9c-878e-527807be8791::" providerId="AD" clId="Web-{92993D70-6F14-8473-A56D-18AD1C2CEE7C}"/>
    <pc:docChg chg="modSld">
      <pc:chgData name="Guest User" userId="S::urn:spo:tenantanon#e8911c26-cf9f-4a9c-878e-527807be8791::" providerId="AD" clId="Web-{92993D70-6F14-8473-A56D-18AD1C2CEE7C}" dt="2026-09-10T09:47:26.874" v="5" actId="1076"/>
      <pc:docMkLst>
        <pc:docMk/>
      </pc:docMkLst>
      <pc:sldChg chg="addSp delSp modSp">
        <pc:chgData name="Guest User" userId="S::urn:spo:tenantanon#e8911c26-cf9f-4a9c-878e-527807be8791::" providerId="AD" clId="Web-{92993D70-6F14-8473-A56D-18AD1C2CEE7C}" dt="2026-09-10T09:47:26.874" v="5" actId="1076"/>
        <pc:sldMkLst>
          <pc:docMk/>
          <pc:sldMk cId="2817264075" sldId="290"/>
        </pc:sldMkLst>
        <pc:spChg chg="add del mod">
          <ac:chgData name="Guest User" userId="S::urn:spo:tenantanon#e8911c26-cf9f-4a9c-878e-527807be8791::" providerId="AD" clId="Web-{92993D70-6F14-8473-A56D-18AD1C2CEE7C}" dt="2026-09-10T09:47:26.874" v="5" actId="1076"/>
          <ac:spMkLst>
            <pc:docMk/>
            <pc:sldMk cId="2817264075" sldId="290"/>
            <ac:spMk id="2" creationId="{065E35E9-0B97-F199-DF5B-B5F265320753}"/>
          </ac:spMkLst>
        </pc:spChg>
      </pc:sldChg>
    </pc:docChg>
  </pc:docChgLst>
  <pc:docChgLst>
    <pc:chgData name="Guest User" userId="S::urn:spo:tenantanon#e8911c26-cf9f-4a9c-878e-527807be8791::" providerId="AD" clId="Web-{69A71B8F-5B46-9813-BFD9-86BB3D2CFC1C}"/>
    <pc:docChg chg="sldOrd">
      <pc:chgData name="Guest User" userId="S::urn:spo:tenantanon#e8911c26-cf9f-4a9c-878e-527807be8791::" providerId="AD" clId="Web-{69A71B8F-5B46-9813-BFD9-86BB3D2CFC1C}" dt="2026-09-07T11:59:32.655" v="0"/>
      <pc:docMkLst>
        <pc:docMk/>
      </pc:docMkLst>
    </pc:docChg>
  </pc:docChgLst>
  <pc:docChgLst>
    <pc:chgData name="Guest User" userId="S::urn:spo:tenantanon#e8911c26-cf9f-4a9c-878e-527807be8791::" providerId="AD" clId="Web-{5EBBBAF5-3B2E-D2CD-9828-F17813222E96}"/>
    <pc:docChg chg="addSld delSld modSld modSection">
      <pc:chgData name="Guest User" userId="S::urn:spo:tenantanon#e8911c26-cf9f-4a9c-878e-527807be8791::" providerId="AD" clId="Web-{5EBBBAF5-3B2E-D2CD-9828-F17813222E96}" dt="2026-09-08T13:25:10.429" v="1225" actId="14100"/>
      <pc:docMkLst>
        <pc:docMk/>
      </pc:docMkLst>
      <pc:sldChg chg="addSp delSp modSp">
        <pc:chgData name="Guest User" userId="S::urn:spo:tenantanon#e8911c26-cf9f-4a9c-878e-527807be8791::" providerId="AD" clId="Web-{5EBBBAF5-3B2E-D2CD-9828-F17813222E96}" dt="2026-09-08T13:25:10.429" v="1225" actId="14100"/>
        <pc:sldMkLst>
          <pc:docMk/>
          <pc:sldMk cId="2817264075" sldId="290"/>
        </pc:sldMkLst>
        <pc:spChg chg="add mod">
          <ac:chgData name="Guest User" userId="S::urn:spo:tenantanon#e8911c26-cf9f-4a9c-878e-527807be8791::" providerId="AD" clId="Web-{5EBBBAF5-3B2E-D2CD-9828-F17813222E96}" dt="2026-09-08T13:25:10.429" v="1225" actId="14100"/>
          <ac:spMkLst>
            <pc:docMk/>
            <pc:sldMk cId="2817264075" sldId="290"/>
            <ac:spMk id="15" creationId="{19531A92-D692-2E3C-1203-507F0D91FBDE}"/>
          </ac:spMkLst>
        </pc:spChg>
        <pc:spChg chg="add mod">
          <ac:chgData name="Guest User" userId="S::urn:spo:tenantanon#e8911c26-cf9f-4a9c-878e-527807be8791::" providerId="AD" clId="Web-{5EBBBAF5-3B2E-D2CD-9828-F17813222E96}" dt="2026-09-08T13:24:12.523" v="1182" actId="20577"/>
          <ac:spMkLst>
            <pc:docMk/>
            <pc:sldMk cId="2817264075" sldId="290"/>
            <ac:spMk id="17" creationId="{E5147A8F-8127-F84D-A577-90DABA1AFF73}"/>
          </ac:spMkLst>
        </pc:spChg>
        <pc:spChg chg="add mod">
          <ac:chgData name="Guest User" userId="S::urn:spo:tenantanon#e8911c26-cf9f-4a9c-878e-527807be8791::" providerId="AD" clId="Web-{5EBBBAF5-3B2E-D2CD-9828-F17813222E96}" dt="2026-09-08T13:25:02.570" v="1224" actId="1076"/>
          <ac:spMkLst>
            <pc:docMk/>
            <pc:sldMk cId="2817264075" sldId="290"/>
            <ac:spMk id="19" creationId="{B82B40E7-2F6D-E52B-2D7A-29508D9C4530}"/>
          </ac:spMkLst>
        </pc:spChg>
        <pc:graphicFrameChg chg="add mod modGraphic">
          <ac:chgData name="Guest User" userId="S::urn:spo:tenantanon#e8911c26-cf9f-4a9c-878e-527807be8791::" providerId="AD" clId="Web-{5EBBBAF5-3B2E-D2CD-9828-F17813222E96}" dt="2026-09-08T13:23:45.179" v="1167" actId="1076"/>
          <ac:graphicFrameMkLst>
            <pc:docMk/>
            <pc:sldMk cId="2817264075" sldId="290"/>
            <ac:graphicFrameMk id="5" creationId="{FEE0BF5E-A929-D4B9-6210-43DACD9D00BE}"/>
          </ac:graphicFrameMkLst>
        </pc:graphicFrameChg>
      </pc:sldChg>
      <pc:sldChg chg="addSp delSp modSp add del replId">
        <pc:chgData name="Guest User" userId="S::urn:spo:tenantanon#e8911c26-cf9f-4a9c-878e-527807be8791::" providerId="AD" clId="Web-{5EBBBAF5-3B2E-D2CD-9828-F17813222E96}" dt="2026-09-08T13:23:28.600" v="1166" actId="20577"/>
        <pc:sldMkLst>
          <pc:docMk/>
          <pc:sldMk cId="241660292" sldId="336"/>
        </pc:sldMkLst>
        <pc:spChg chg="add mod">
          <ac:chgData name="Guest User" userId="S::urn:spo:tenantanon#e8911c26-cf9f-4a9c-878e-527807be8791::" providerId="AD" clId="Web-{5EBBBAF5-3B2E-D2CD-9828-F17813222E96}" dt="2026-09-08T13:07:26.046" v="562" actId="20577"/>
          <ac:spMkLst>
            <pc:docMk/>
            <pc:sldMk cId="241660292" sldId="336"/>
            <ac:spMk id="2" creationId="{002A2099-2231-3C20-C36F-A4DFB7799C27}"/>
          </ac:spMkLst>
        </pc:spChg>
        <pc:spChg chg="add mod">
          <ac:chgData name="Guest User" userId="S::urn:spo:tenantanon#e8911c26-cf9f-4a9c-878e-527807be8791::" providerId="AD" clId="Web-{5EBBBAF5-3B2E-D2CD-9828-F17813222E96}" dt="2026-09-08T13:15:20.518" v="704" actId="14100"/>
          <ac:spMkLst>
            <pc:docMk/>
            <pc:sldMk cId="241660292" sldId="336"/>
            <ac:spMk id="3" creationId="{230BB242-F079-19F7-238A-F7A1FE5D2D95}"/>
          </ac:spMkLst>
        </pc:spChg>
        <pc:spChg chg="add mod">
          <ac:chgData name="Guest User" userId="S::urn:spo:tenantanon#e8911c26-cf9f-4a9c-878e-527807be8791::" providerId="AD" clId="Web-{5EBBBAF5-3B2E-D2CD-9828-F17813222E96}" dt="2026-09-08T13:13:31.455" v="655" actId="1076"/>
          <ac:spMkLst>
            <pc:docMk/>
            <pc:sldMk cId="241660292" sldId="336"/>
            <ac:spMk id="8" creationId="{B5CF6651-12E2-3EE5-D33B-D5D11E5CB4B4}"/>
          </ac:spMkLst>
        </pc:spChg>
        <pc:spChg chg="add mod">
          <ac:chgData name="Guest User" userId="S::urn:spo:tenantanon#e8911c26-cf9f-4a9c-878e-527807be8791::" providerId="AD" clId="Web-{5EBBBAF5-3B2E-D2CD-9828-F17813222E96}" dt="2026-09-08T13:10:21.453" v="593" actId="1076"/>
          <ac:spMkLst>
            <pc:docMk/>
            <pc:sldMk cId="241660292" sldId="336"/>
            <ac:spMk id="9" creationId="{35B04702-5633-F12D-BDA6-7742502C5609}"/>
          </ac:spMkLst>
        </pc:spChg>
        <pc:spChg chg="mod">
          <ac:chgData name="Guest User" userId="S::urn:spo:tenantanon#e8911c26-cf9f-4a9c-878e-527807be8791::" providerId="AD" clId="Web-{5EBBBAF5-3B2E-D2CD-9828-F17813222E96}" dt="2026-09-08T13:16:13.894" v="710" actId="1076"/>
          <ac:spMkLst>
            <pc:docMk/>
            <pc:sldMk cId="241660292" sldId="336"/>
            <ac:spMk id="17" creationId="{726B1227-2CD8-31C1-C810-FAC570D1CFFF}"/>
          </ac:spMkLst>
        </pc:spChg>
        <pc:spChg chg="mod">
          <ac:chgData name="Guest User" userId="S::urn:spo:tenantanon#e8911c26-cf9f-4a9c-878e-527807be8791::" providerId="AD" clId="Web-{5EBBBAF5-3B2E-D2CD-9828-F17813222E96}" dt="2026-09-08T13:11:50.376" v="627" actId="1076"/>
          <ac:spMkLst>
            <pc:docMk/>
            <pc:sldMk cId="241660292" sldId="336"/>
            <ac:spMk id="21" creationId="{E1AA195F-6460-5104-ED3D-F053572BD57A}"/>
          </ac:spMkLst>
        </pc:spChg>
        <pc:spChg chg="mod">
          <ac:chgData name="Guest User" userId="S::urn:spo:tenantanon#e8911c26-cf9f-4a9c-878e-527807be8791::" providerId="AD" clId="Web-{5EBBBAF5-3B2E-D2CD-9828-F17813222E96}" dt="2026-09-08T13:12:30.142" v="639" actId="1076"/>
          <ac:spMkLst>
            <pc:docMk/>
            <pc:sldMk cId="241660292" sldId="336"/>
            <ac:spMk id="25" creationId="{F02F4E44-714D-9423-2B9F-F066DE839A5C}"/>
          </ac:spMkLst>
        </pc:spChg>
        <pc:spChg chg="mod">
          <ac:chgData name="Guest User" userId="S::urn:spo:tenantanon#e8911c26-cf9f-4a9c-878e-527807be8791::" providerId="AD" clId="Web-{5EBBBAF5-3B2E-D2CD-9828-F17813222E96}" dt="2026-09-08T13:12:23.845" v="636" actId="1076"/>
          <ac:spMkLst>
            <pc:docMk/>
            <pc:sldMk cId="241660292" sldId="336"/>
            <ac:spMk id="29" creationId="{609FFFAE-733A-2A11-902C-FF741998E563}"/>
          </ac:spMkLst>
        </pc:spChg>
        <pc:spChg chg="add mod">
          <ac:chgData name="Guest User" userId="S::urn:spo:tenantanon#e8911c26-cf9f-4a9c-878e-527807be8791::" providerId="AD" clId="Web-{5EBBBAF5-3B2E-D2CD-9828-F17813222E96}" dt="2026-09-08T13:16:40.784" v="716" actId="1076"/>
          <ac:spMkLst>
            <pc:docMk/>
            <pc:sldMk cId="241660292" sldId="336"/>
            <ac:spMk id="33" creationId="{D733D7E0-FD1A-F54F-49F1-87C3A614E7AC}"/>
          </ac:spMkLst>
        </pc:spChg>
        <pc:spChg chg="add mod">
          <ac:chgData name="Guest User" userId="S::urn:spo:tenantanon#e8911c26-cf9f-4a9c-878e-527807be8791::" providerId="AD" clId="Web-{5EBBBAF5-3B2E-D2CD-9828-F17813222E96}" dt="2026-09-08T13:17:43.425" v="758" actId="20577"/>
          <ac:spMkLst>
            <pc:docMk/>
            <pc:sldMk cId="241660292" sldId="336"/>
            <ac:spMk id="42" creationId="{C4A7FF55-14AF-A612-8A60-101891FC5CFB}"/>
          </ac:spMkLst>
        </pc:spChg>
        <pc:spChg chg="add mod">
          <ac:chgData name="Guest User" userId="S::urn:spo:tenantanon#e8911c26-cf9f-4a9c-878e-527807be8791::" providerId="AD" clId="Web-{5EBBBAF5-3B2E-D2CD-9828-F17813222E96}" dt="2026-09-08T13:18:19.848" v="783" actId="20577"/>
          <ac:spMkLst>
            <pc:docMk/>
            <pc:sldMk cId="241660292" sldId="336"/>
            <ac:spMk id="43" creationId="{33379E00-AEC5-8E76-856E-637B2ACEACD4}"/>
          </ac:spMkLst>
        </pc:spChg>
        <pc:spChg chg="add mod">
          <ac:chgData name="Guest User" userId="S::urn:spo:tenantanon#e8911c26-cf9f-4a9c-878e-527807be8791::" providerId="AD" clId="Web-{5EBBBAF5-3B2E-D2CD-9828-F17813222E96}" dt="2026-09-08T13:19:13.145" v="812" actId="20577"/>
          <ac:spMkLst>
            <pc:docMk/>
            <pc:sldMk cId="241660292" sldId="336"/>
            <ac:spMk id="44" creationId="{B451E603-D375-F3D0-0B8D-E41A7641FFBA}"/>
          </ac:spMkLst>
        </pc:spChg>
        <pc:spChg chg="add mod">
          <ac:chgData name="Guest User" userId="S::urn:spo:tenantanon#e8911c26-cf9f-4a9c-878e-527807be8791::" providerId="AD" clId="Web-{5EBBBAF5-3B2E-D2CD-9828-F17813222E96}" dt="2026-09-08T13:19:40.317" v="832" actId="20577"/>
          <ac:spMkLst>
            <pc:docMk/>
            <pc:sldMk cId="241660292" sldId="336"/>
            <ac:spMk id="45" creationId="{C7880E50-2B59-D136-BF55-38F09335421A}"/>
          </ac:spMkLst>
        </pc:spChg>
        <pc:spChg chg="add mod">
          <ac:chgData name="Guest User" userId="S::urn:spo:tenantanon#e8911c26-cf9f-4a9c-878e-527807be8791::" providerId="AD" clId="Web-{5EBBBAF5-3B2E-D2CD-9828-F17813222E96}" dt="2026-09-08T13:20:13.364" v="866" actId="20577"/>
          <ac:spMkLst>
            <pc:docMk/>
            <pc:sldMk cId="241660292" sldId="336"/>
            <ac:spMk id="46" creationId="{D29C5434-2D67-07EA-DB06-C742F735D261}"/>
          </ac:spMkLst>
        </pc:spChg>
        <pc:spChg chg="add mod">
          <ac:chgData name="Guest User" userId="S::urn:spo:tenantanon#e8911c26-cf9f-4a9c-878e-527807be8791::" providerId="AD" clId="Web-{5EBBBAF5-3B2E-D2CD-9828-F17813222E96}" dt="2026-09-08T13:23:28.600" v="1166" actId="20577"/>
          <ac:spMkLst>
            <pc:docMk/>
            <pc:sldMk cId="241660292" sldId="336"/>
            <ac:spMk id="47" creationId="{4A558069-ACA8-B93C-A3C5-FB36CA3F9A5A}"/>
          </ac:spMkLst>
        </pc:spChg>
        <pc:spChg chg="add del mod">
          <ac:chgData name="Guest User" userId="S::urn:spo:tenantanon#e8911c26-cf9f-4a9c-878e-527807be8791::" providerId="AD" clId="Web-{5EBBBAF5-3B2E-D2CD-9828-F17813222E96}" dt="2026-09-08T13:23:10.444" v="1164" actId="1076"/>
          <ac:spMkLst>
            <pc:docMk/>
            <pc:sldMk cId="241660292" sldId="336"/>
            <ac:spMk id="49" creationId="{E4BAD754-FC3A-675B-4A60-32C847EF9C50}"/>
          </ac:spMkLst>
        </pc:spChg>
        <pc:grpChg chg="add mod">
          <ac:chgData name="Guest User" userId="S::urn:spo:tenantanon#e8911c26-cf9f-4a9c-878e-527807be8791::" providerId="AD" clId="Web-{5EBBBAF5-3B2E-D2CD-9828-F17813222E96}" dt="2026-09-08T13:16:34.331" v="714" actId="1076"/>
          <ac:grpSpMkLst>
            <pc:docMk/>
            <pc:sldMk cId="241660292" sldId="336"/>
            <ac:grpSpMk id="14" creationId="{EA6EEDAD-CCD0-D656-1588-2352E1CC65B1}"/>
          </ac:grpSpMkLst>
        </pc:grpChg>
        <pc:grpChg chg="add mod">
          <ac:chgData name="Guest User" userId="S::urn:spo:tenantanon#e8911c26-cf9f-4a9c-878e-527807be8791::" providerId="AD" clId="Web-{5EBBBAF5-3B2E-D2CD-9828-F17813222E96}" dt="2026-09-08T13:16:34.347" v="715" actId="1076"/>
          <ac:grpSpMkLst>
            <pc:docMk/>
            <pc:sldMk cId="241660292" sldId="336"/>
            <ac:grpSpMk id="18" creationId="{3B2A9409-A9FD-EE78-FEBB-995368010A5E}"/>
          </ac:grpSpMkLst>
        </pc:grpChg>
        <pc:grpChg chg="add mod">
          <ac:chgData name="Guest User" userId="S::urn:spo:tenantanon#e8911c26-cf9f-4a9c-878e-527807be8791::" providerId="AD" clId="Web-{5EBBBAF5-3B2E-D2CD-9828-F17813222E96}" dt="2026-09-08T13:16:23.315" v="713" actId="1076"/>
          <ac:grpSpMkLst>
            <pc:docMk/>
            <pc:sldMk cId="241660292" sldId="336"/>
            <ac:grpSpMk id="22" creationId="{617D77F0-5A53-D53A-A889-C40BE775759A}"/>
          </ac:grpSpMkLst>
        </pc:grpChg>
        <pc:grpChg chg="add mod">
          <ac:chgData name="Guest User" userId="S::urn:spo:tenantanon#e8911c26-cf9f-4a9c-878e-527807be8791::" providerId="AD" clId="Web-{5EBBBAF5-3B2E-D2CD-9828-F17813222E96}" dt="2026-09-08T13:15:46.003" v="706" actId="1076"/>
          <ac:grpSpMkLst>
            <pc:docMk/>
            <pc:sldMk cId="241660292" sldId="336"/>
            <ac:grpSpMk id="26" creationId="{3098AA98-C5E6-346A-7B37-D8D801669A96}"/>
          </ac:grpSpMkLst>
        </pc:grpChg>
        <pc:grpChg chg="add mod">
          <ac:chgData name="Guest User" userId="S::urn:spo:tenantanon#e8911c26-cf9f-4a9c-878e-527807be8791::" providerId="AD" clId="Web-{5EBBBAF5-3B2E-D2CD-9828-F17813222E96}" dt="2026-09-08T13:15:53.143" v="707" actId="1076"/>
          <ac:grpSpMkLst>
            <pc:docMk/>
            <pc:sldMk cId="241660292" sldId="336"/>
            <ac:grpSpMk id="31" creationId="{BF29FE5F-490F-BCEB-E7DC-671622E7059D}"/>
          </ac:grpSpMkLst>
        </pc:grpChg>
      </pc:sldChg>
    </pc:docChg>
  </pc:docChgLst>
  <pc:docChgLst>
    <pc:chgData name="Guest User" userId="S::urn:spo:tenantanon#e8911c26-cf9f-4a9c-878e-527807be8791::" providerId="AD" clId="Web-{A63F8B55-F8F2-4619-9EF4-AEF845B3902D}"/>
    <pc:docChg chg="addSld delSld modSld modSection">
      <pc:chgData name="Guest User" userId="S::urn:spo:tenantanon#e8911c26-cf9f-4a9c-878e-527807be8791::" providerId="AD" clId="Web-{A63F8B55-F8F2-4619-9EF4-AEF845B3902D}" dt="2026-09-09T01:09:59.119" v="223" actId="1076"/>
      <pc:docMkLst>
        <pc:docMk/>
      </pc:docMkLst>
      <pc:sldChg chg="modSp">
        <pc:chgData name="Guest User" userId="S::urn:spo:tenantanon#e8911c26-cf9f-4a9c-878e-527807be8791::" providerId="AD" clId="Web-{A63F8B55-F8F2-4619-9EF4-AEF845B3902D}" dt="2026-09-09T01:06:41.862" v="219" actId="20577"/>
        <pc:sldMkLst>
          <pc:docMk/>
          <pc:sldMk cId="1820912438" sldId="284"/>
        </pc:sldMkLst>
        <pc:spChg chg="mod">
          <ac:chgData name="Guest User" userId="S::urn:spo:tenantanon#e8911c26-cf9f-4a9c-878e-527807be8791::" providerId="AD" clId="Web-{A63F8B55-F8F2-4619-9EF4-AEF845B3902D}" dt="2026-09-09T01:06:41.862" v="219" actId="20577"/>
          <ac:spMkLst>
            <pc:docMk/>
            <pc:sldMk cId="1820912438" sldId="284"/>
            <ac:spMk id="4" creationId="{0399FFFE-A067-2F7B-B789-27B23ED67DD6}"/>
          </ac:spMkLst>
        </pc:spChg>
      </pc:sldChg>
      <pc:sldChg chg="addSp delSp modSp">
        <pc:chgData name="Guest User" userId="S::urn:spo:tenantanon#e8911c26-cf9f-4a9c-878e-527807be8791::" providerId="AD" clId="Web-{A63F8B55-F8F2-4619-9EF4-AEF845B3902D}" dt="2026-09-09T00:56:48.515" v="200" actId="20577"/>
        <pc:sldMkLst>
          <pc:docMk/>
          <pc:sldMk cId="1740181604" sldId="294"/>
        </pc:sldMkLst>
        <pc:spChg chg="mod">
          <ac:chgData name="Guest User" userId="S::urn:spo:tenantanon#e8911c26-cf9f-4a9c-878e-527807be8791::" providerId="AD" clId="Web-{A63F8B55-F8F2-4619-9EF4-AEF845B3902D}" dt="2026-09-09T00:56:48.515" v="200" actId="20577"/>
          <ac:spMkLst>
            <pc:docMk/>
            <pc:sldMk cId="1740181604" sldId="294"/>
            <ac:spMk id="4" creationId="{173DC755-673B-571C-8785-6F53A337919C}"/>
          </ac:spMkLst>
        </pc:spChg>
        <pc:spChg chg="mod">
          <ac:chgData name="Guest User" userId="S::urn:spo:tenantanon#e8911c26-cf9f-4a9c-878e-527807be8791::" providerId="AD" clId="Web-{A63F8B55-F8F2-4619-9EF4-AEF845B3902D}" dt="2026-09-09T00:52:03.865" v="153" actId="1076"/>
          <ac:spMkLst>
            <pc:docMk/>
            <pc:sldMk cId="1740181604" sldId="294"/>
            <ac:spMk id="14" creationId="{D5F0B246-82E8-186D-9E3C-B4CD64BBAF1D}"/>
          </ac:spMkLst>
        </pc:spChg>
        <pc:spChg chg="mod">
          <ac:chgData name="Guest User" userId="S::urn:spo:tenantanon#e8911c26-cf9f-4a9c-878e-527807be8791::" providerId="AD" clId="Web-{A63F8B55-F8F2-4619-9EF4-AEF845B3902D}" dt="2026-09-09T00:45:54.009" v="130" actId="14100"/>
          <ac:spMkLst>
            <pc:docMk/>
            <pc:sldMk cId="1740181604" sldId="294"/>
            <ac:spMk id="15" creationId="{EE96835A-6F77-624E-5F22-0DB17346DEA7}"/>
          </ac:spMkLst>
        </pc:spChg>
        <pc:spChg chg="mod">
          <ac:chgData name="Guest User" userId="S::urn:spo:tenantanon#e8911c26-cf9f-4a9c-878e-527807be8791::" providerId="AD" clId="Web-{A63F8B55-F8F2-4619-9EF4-AEF845B3902D}" dt="2026-09-09T00:48:48.015" v="152" actId="1076"/>
          <ac:spMkLst>
            <pc:docMk/>
            <pc:sldMk cId="1740181604" sldId="294"/>
            <ac:spMk id="24" creationId="{7FCE7AA8-A868-547D-AE11-E98C6ABDF14F}"/>
          </ac:spMkLst>
        </pc:spChg>
        <pc:spChg chg="mod">
          <ac:chgData name="Guest User" userId="S::urn:spo:tenantanon#e8911c26-cf9f-4a9c-878e-527807be8791::" providerId="AD" clId="Web-{A63F8B55-F8F2-4619-9EF4-AEF845B3902D}" dt="2026-09-09T00:48:31.499" v="146" actId="20577"/>
          <ac:spMkLst>
            <pc:docMk/>
            <pc:sldMk cId="1740181604" sldId="294"/>
            <ac:spMk id="25" creationId="{FB658910-891B-AD9D-4191-D23499EA9165}"/>
          </ac:spMkLst>
        </pc:spChg>
        <pc:spChg chg="add del mod">
          <ac:chgData name="Guest User" userId="S::urn:spo:tenantanon#e8911c26-cf9f-4a9c-878e-527807be8791::" providerId="AD" clId="Web-{A63F8B55-F8F2-4619-9EF4-AEF845B3902D}" dt="2026-09-09T00:47:20.590" v="140" actId="1076"/>
          <ac:spMkLst>
            <pc:docMk/>
            <pc:sldMk cId="1740181604" sldId="294"/>
            <ac:spMk id="26" creationId="{15BE3C40-F110-B601-5D9A-C5F592FFC85E}"/>
          </ac:spMkLst>
        </pc:spChg>
        <pc:picChg chg="add del mod">
          <ac:chgData name="Guest User" userId="S::urn:spo:tenantanon#e8911c26-cf9f-4a9c-878e-527807be8791::" providerId="AD" clId="Web-{A63F8B55-F8F2-4619-9EF4-AEF845B3902D}" dt="2026-09-09T00:08:54.406" v="6"/>
          <ac:picMkLst>
            <pc:docMk/>
            <pc:sldMk cId="1740181604" sldId="294"/>
            <ac:picMk id="2" creationId="{89CAAF34-3D08-74C8-0C6E-85223A6F29EC}"/>
          </ac:picMkLst>
        </pc:picChg>
        <pc:picChg chg="add del mod">
          <ac:chgData name="Guest User" userId="S::urn:spo:tenantanon#e8911c26-cf9f-4a9c-878e-527807be8791::" providerId="AD" clId="Web-{A63F8B55-F8F2-4619-9EF4-AEF845B3902D}" dt="2026-09-09T00:08:53.578" v="5"/>
          <ac:picMkLst>
            <pc:docMk/>
            <pc:sldMk cId="1740181604" sldId="294"/>
            <ac:picMk id="3" creationId="{631A1A82-F13A-2E69-7434-D5CE4C143031}"/>
          </ac:picMkLst>
        </pc:picChg>
        <pc:picChg chg="add del mod">
          <ac:chgData name="Guest User" userId="S::urn:spo:tenantanon#e8911c26-cf9f-4a9c-878e-527807be8791::" providerId="AD" clId="Web-{A63F8B55-F8F2-4619-9EF4-AEF845B3902D}" dt="2026-09-09T00:09:20.485" v="8"/>
          <ac:picMkLst>
            <pc:docMk/>
            <pc:sldMk cId="1740181604" sldId="294"/>
            <ac:picMk id="6" creationId="{4B1E3C3C-7819-951D-DAAE-E4B1B6875932}"/>
          </ac:picMkLst>
        </pc:picChg>
        <pc:picChg chg="add del mod">
          <ac:chgData name="Guest User" userId="S::urn:spo:tenantanon#e8911c26-cf9f-4a9c-878e-527807be8791::" providerId="AD" clId="Web-{A63F8B55-F8F2-4619-9EF4-AEF845B3902D}" dt="2026-09-09T00:09:42.642" v="10"/>
          <ac:picMkLst>
            <pc:docMk/>
            <pc:sldMk cId="1740181604" sldId="294"/>
            <ac:picMk id="7" creationId="{234962B8-C4B2-2910-D841-F5402A0524D0}"/>
          </ac:picMkLst>
        </pc:picChg>
        <pc:picChg chg="add del mod">
          <ac:chgData name="Guest User" userId="S::urn:spo:tenantanon#e8911c26-cf9f-4a9c-878e-527807be8791::" providerId="AD" clId="Web-{A63F8B55-F8F2-4619-9EF4-AEF845B3902D}" dt="2026-09-09T00:12:21.726" v="24"/>
          <ac:picMkLst>
            <pc:docMk/>
            <pc:sldMk cId="1740181604" sldId="294"/>
            <ac:picMk id="8" creationId="{6C62BF46-77BA-56A9-97B1-5634AE8C7205}"/>
          </ac:picMkLst>
        </pc:picChg>
        <pc:picChg chg="add del mod">
          <ac:chgData name="Guest User" userId="S::urn:spo:tenantanon#e8911c26-cf9f-4a9c-878e-527807be8791::" providerId="AD" clId="Web-{A63F8B55-F8F2-4619-9EF4-AEF845B3902D}" dt="2026-09-09T00:12:21.726" v="23"/>
          <ac:picMkLst>
            <pc:docMk/>
            <pc:sldMk cId="1740181604" sldId="294"/>
            <ac:picMk id="9" creationId="{385AF4F4-D216-7FFC-8E4F-0E4799C2AEA7}"/>
          </ac:picMkLst>
        </pc:picChg>
        <pc:picChg chg="add del mod">
          <ac:chgData name="Guest User" userId="S::urn:spo:tenantanon#e8911c26-cf9f-4a9c-878e-527807be8791::" providerId="AD" clId="Web-{A63F8B55-F8F2-4619-9EF4-AEF845B3902D}" dt="2026-09-09T00:10:31.769" v="14"/>
          <ac:picMkLst>
            <pc:docMk/>
            <pc:sldMk cId="1740181604" sldId="294"/>
            <ac:picMk id="10" creationId="{6151DE44-A2DE-F051-30C7-FD177C738043}"/>
          </ac:picMkLst>
        </pc:picChg>
        <pc:picChg chg="add del mod">
          <ac:chgData name="Guest User" userId="S::urn:spo:tenantanon#e8911c26-cf9f-4a9c-878e-527807be8791::" providerId="AD" clId="Web-{A63F8B55-F8F2-4619-9EF4-AEF845B3902D}" dt="2026-09-09T00:12:21.726" v="22"/>
          <ac:picMkLst>
            <pc:docMk/>
            <pc:sldMk cId="1740181604" sldId="294"/>
            <ac:picMk id="11" creationId="{A73D1449-30D9-2A89-10C8-A4B96F6E5B0D}"/>
          </ac:picMkLst>
        </pc:picChg>
        <pc:picChg chg="del">
          <ac:chgData name="Guest User" userId="S::urn:spo:tenantanon#e8911c26-cf9f-4a9c-878e-527807be8791::" providerId="AD" clId="Web-{A63F8B55-F8F2-4619-9EF4-AEF845B3902D}" dt="2026-09-09T00:07:57.655" v="0"/>
          <ac:picMkLst>
            <pc:docMk/>
            <pc:sldMk cId="1740181604" sldId="294"/>
            <ac:picMk id="12" creationId="{9AA48C1C-76D3-1895-EF68-28F3D9170004}"/>
          </ac:picMkLst>
        </pc:picChg>
        <pc:picChg chg="add mod">
          <ac:chgData name="Guest User" userId="S::urn:spo:tenantanon#e8911c26-cf9f-4a9c-878e-527807be8791::" providerId="AD" clId="Web-{A63F8B55-F8F2-4619-9EF4-AEF845B3902D}" dt="2026-09-09T00:12:23.585" v="25"/>
          <ac:picMkLst>
            <pc:docMk/>
            <pc:sldMk cId="1740181604" sldId="294"/>
            <ac:picMk id="13" creationId="{591293B0-794B-3047-E2C8-254FCA14E147}"/>
          </ac:picMkLst>
        </pc:picChg>
        <pc:cxnChg chg="mod">
          <ac:chgData name="Guest User" userId="S::urn:spo:tenantanon#e8911c26-cf9f-4a9c-878e-527807be8791::" providerId="AD" clId="Web-{A63F8B55-F8F2-4619-9EF4-AEF845B3902D}" dt="2026-09-09T00:52:03.865" v="153" actId="1076"/>
          <ac:cxnSpMkLst>
            <pc:docMk/>
            <pc:sldMk cId="1740181604" sldId="294"/>
            <ac:cxnSpMk id="16" creationId="{510A4730-53D8-5458-F2B9-B73E3C48D6BC}"/>
          </ac:cxnSpMkLst>
        </pc:cxnChg>
      </pc:sldChg>
      <pc:sldChg chg="addSp delSp modSp del">
        <pc:chgData name="Guest User" userId="S::urn:spo:tenantanon#e8911c26-cf9f-4a9c-878e-527807be8791::" providerId="AD" clId="Web-{A63F8B55-F8F2-4619-9EF4-AEF845B3902D}" dt="2026-09-09T00:15:58.795" v="33"/>
        <pc:sldMkLst>
          <pc:docMk/>
          <pc:sldMk cId="1142144624" sldId="296"/>
        </pc:sldMkLst>
        <pc:picChg chg="add mod">
          <ac:chgData name="Guest User" userId="S::urn:spo:tenantanon#e8911c26-cf9f-4a9c-878e-527807be8791::" providerId="AD" clId="Web-{A63F8B55-F8F2-4619-9EF4-AEF845B3902D}" dt="2026-09-09T00:15:50.420" v="32" actId="1076"/>
          <ac:picMkLst>
            <pc:docMk/>
            <pc:sldMk cId="1142144624" sldId="296"/>
            <ac:picMk id="2" creationId="{1A2B99F4-C532-D418-8376-71B24DF53489}"/>
          </ac:picMkLst>
        </pc:picChg>
        <pc:picChg chg="del">
          <ac:chgData name="Guest User" userId="S::urn:spo:tenantanon#e8911c26-cf9f-4a9c-878e-527807be8791::" providerId="AD" clId="Web-{A63F8B55-F8F2-4619-9EF4-AEF845B3902D}" dt="2026-09-09T00:15:38.138" v="29"/>
          <ac:picMkLst>
            <pc:docMk/>
            <pc:sldMk cId="1142144624" sldId="296"/>
            <ac:picMk id="11" creationId="{822057F6-97F4-BECF-BC3F-597DDD562D8D}"/>
          </ac:picMkLst>
        </pc:picChg>
      </pc:sldChg>
      <pc:sldChg chg="modSp">
        <pc:chgData name="Guest User" userId="S::urn:spo:tenantanon#e8911c26-cf9f-4a9c-878e-527807be8791::" providerId="AD" clId="Web-{A63F8B55-F8F2-4619-9EF4-AEF845B3902D}" dt="2026-09-09T00:17:24.360" v="35" actId="1076"/>
        <pc:sldMkLst>
          <pc:docMk/>
          <pc:sldMk cId="241660292" sldId="336"/>
        </pc:sldMkLst>
        <pc:spChg chg="mod">
          <ac:chgData name="Guest User" userId="S::urn:spo:tenantanon#e8911c26-cf9f-4a9c-878e-527807be8791::" providerId="AD" clId="Web-{A63F8B55-F8F2-4619-9EF4-AEF845B3902D}" dt="2026-09-09T00:17:24.360" v="35" actId="1076"/>
          <ac:spMkLst>
            <pc:docMk/>
            <pc:sldMk cId="241660292" sldId="336"/>
            <ac:spMk id="33" creationId="{D733D7E0-FD1A-F54F-49F1-87C3A614E7AC}"/>
          </ac:spMkLst>
        </pc:spChg>
      </pc:sldChg>
      <pc:sldChg chg="addSp modSp add del replId">
        <pc:chgData name="Guest User" userId="S::urn:spo:tenantanon#e8911c26-cf9f-4a9c-878e-527807be8791::" providerId="AD" clId="Web-{A63F8B55-F8F2-4619-9EF4-AEF845B3902D}" dt="2026-09-09T01:09:59.119" v="223" actId="1076"/>
        <pc:sldMkLst>
          <pc:docMk/>
          <pc:sldMk cId="2732170788" sldId="349"/>
        </pc:sldMkLst>
        <pc:spChg chg="add mod">
          <ac:chgData name="Guest User" userId="S::urn:spo:tenantanon#e8911c26-cf9f-4a9c-878e-527807be8791::" providerId="AD" clId="Web-{A63F8B55-F8F2-4619-9EF4-AEF845B3902D}" dt="2026-09-09T01:09:59.119" v="223" actId="1076"/>
          <ac:spMkLst>
            <pc:docMk/>
            <pc:sldMk cId="2732170788" sldId="349"/>
            <ac:spMk id="2" creationId="{F54541BC-99AD-C84A-3864-A7135A727EF9}"/>
          </ac:spMkLst>
        </pc:spChg>
        <pc:spChg chg="mod">
          <ac:chgData name="Guest User" userId="S::urn:spo:tenantanon#e8911c26-cf9f-4a9c-878e-527807be8791::" providerId="AD" clId="Web-{A63F8B55-F8F2-4619-9EF4-AEF845B3902D}" dt="2026-09-09T00:56:41.687" v="189" actId="20577"/>
          <ac:spMkLst>
            <pc:docMk/>
            <pc:sldMk cId="2732170788" sldId="349"/>
            <ac:spMk id="4" creationId="{A186A187-7CC4-945D-E35B-5897ACF67E09}"/>
          </ac:spMkLst>
        </pc:spChg>
        <pc:spChg chg="mod">
          <ac:chgData name="Guest User" userId="S::urn:spo:tenantanon#e8911c26-cf9f-4a9c-878e-527807be8791::" providerId="AD" clId="Web-{A63F8B55-F8F2-4619-9EF4-AEF845B3902D}" dt="2026-09-09T00:54:04.572" v="160" actId="20577"/>
          <ac:spMkLst>
            <pc:docMk/>
            <pc:sldMk cId="2732170788" sldId="349"/>
            <ac:spMk id="12" creationId="{18F9237D-4C89-BF33-688B-40039279F087}"/>
          </ac:spMkLst>
        </pc:spChg>
      </pc:sldChg>
    </pc:docChg>
  </pc:docChgLst>
  <pc:docChgLst>
    <pc:chgData name="Guest User" userId="S::urn:spo:tenantanon#e8911c26-cf9f-4a9c-878e-527807be8791::" providerId="AD" clId="Web-{14CA3F3D-8D20-DFFB-AF71-E2BA97BB808E}"/>
    <pc:docChg chg="modSld">
      <pc:chgData name="Guest User" userId="S::urn:spo:tenantanon#e8911c26-cf9f-4a9c-878e-527807be8791::" providerId="AD" clId="Web-{14CA3F3D-8D20-DFFB-AF71-E2BA97BB808E}" dt="2026-09-09T01:11:39.986" v="46" actId="1076"/>
      <pc:docMkLst>
        <pc:docMk/>
      </pc:docMkLst>
      <pc:sldChg chg="delSp modSp">
        <pc:chgData name="Guest User" userId="S::urn:spo:tenantanon#e8911c26-cf9f-4a9c-878e-527807be8791::" providerId="AD" clId="Web-{14CA3F3D-8D20-DFFB-AF71-E2BA97BB808E}" dt="2026-09-09T01:09:57.421" v="9" actId="20577"/>
        <pc:sldMkLst>
          <pc:docMk/>
          <pc:sldMk cId="1789571159" sldId="347"/>
        </pc:sldMkLst>
        <pc:spChg chg="del">
          <ac:chgData name="Guest User" userId="S::urn:spo:tenantanon#e8911c26-cf9f-4a9c-878e-527807be8791::" providerId="AD" clId="Web-{14CA3F3D-8D20-DFFB-AF71-E2BA97BB808E}" dt="2026-09-09T01:08:33.466" v="0"/>
          <ac:spMkLst>
            <pc:docMk/>
            <pc:sldMk cId="1789571159" sldId="347"/>
            <ac:spMk id="6" creationId="{118E037E-686E-3480-BBA2-2638630FA2BA}"/>
          </ac:spMkLst>
        </pc:spChg>
        <pc:spChg chg="mod">
          <ac:chgData name="Guest User" userId="S::urn:spo:tenantanon#e8911c26-cf9f-4a9c-878e-527807be8791::" providerId="AD" clId="Web-{14CA3F3D-8D20-DFFB-AF71-E2BA97BB808E}" dt="2026-09-09T01:09:03.513" v="4" actId="1076"/>
          <ac:spMkLst>
            <pc:docMk/>
            <pc:sldMk cId="1789571159" sldId="347"/>
            <ac:spMk id="8" creationId="{AA63B2C7-8A92-F10F-F8A4-1A2804D070ED}"/>
          </ac:spMkLst>
        </pc:spChg>
        <pc:spChg chg="mod">
          <ac:chgData name="Guest User" userId="S::urn:spo:tenantanon#e8911c26-cf9f-4a9c-878e-527807be8791::" providerId="AD" clId="Web-{14CA3F3D-8D20-DFFB-AF71-E2BA97BB808E}" dt="2026-09-09T01:09:03.529" v="5" actId="1076"/>
          <ac:spMkLst>
            <pc:docMk/>
            <pc:sldMk cId="1789571159" sldId="347"/>
            <ac:spMk id="11" creationId="{45F77891-C477-C5F0-F3BA-E95DCD3683F5}"/>
          </ac:spMkLst>
        </pc:spChg>
        <pc:spChg chg="mod">
          <ac:chgData name="Guest User" userId="S::urn:spo:tenantanon#e8911c26-cf9f-4a9c-878e-527807be8791::" providerId="AD" clId="Web-{14CA3F3D-8D20-DFFB-AF71-E2BA97BB808E}" dt="2026-09-09T01:09:57.421" v="9" actId="20577"/>
          <ac:spMkLst>
            <pc:docMk/>
            <pc:sldMk cId="1789571159" sldId="347"/>
            <ac:spMk id="12" creationId="{9E478E06-78AF-49B5-A691-B10C50040814}"/>
          </ac:spMkLst>
        </pc:spChg>
      </pc:sldChg>
      <pc:sldChg chg="delSp modSp">
        <pc:chgData name="Guest User" userId="S::urn:spo:tenantanon#e8911c26-cf9f-4a9c-878e-527807be8791::" providerId="AD" clId="Web-{14CA3F3D-8D20-DFFB-AF71-E2BA97BB808E}" dt="2026-09-09T01:11:39.986" v="46" actId="1076"/>
        <pc:sldMkLst>
          <pc:docMk/>
          <pc:sldMk cId="3565492159" sldId="348"/>
        </pc:sldMkLst>
        <pc:spChg chg="mod">
          <ac:chgData name="Guest User" userId="S::urn:spo:tenantanon#e8911c26-cf9f-4a9c-878e-527807be8791::" providerId="AD" clId="Web-{14CA3F3D-8D20-DFFB-AF71-E2BA97BB808E}" dt="2026-09-09T01:11:29.126" v="30" actId="1076"/>
          <ac:spMkLst>
            <pc:docMk/>
            <pc:sldMk cId="3565492159" sldId="348"/>
            <ac:spMk id="5" creationId="{F1387FCE-0D93-EB86-4873-0D495A3B32CD}"/>
          </ac:spMkLst>
        </pc:spChg>
        <pc:spChg chg="del">
          <ac:chgData name="Guest User" userId="S::urn:spo:tenantanon#e8911c26-cf9f-4a9c-878e-527807be8791::" providerId="AD" clId="Web-{14CA3F3D-8D20-DFFB-AF71-E2BA97BB808E}" dt="2026-09-09T01:10:20.750" v="10"/>
          <ac:spMkLst>
            <pc:docMk/>
            <pc:sldMk cId="3565492159" sldId="348"/>
            <ac:spMk id="7" creationId="{7D98A3BF-9C92-8AE2-6ABC-619776400783}"/>
          </ac:spMkLst>
        </pc:spChg>
        <pc:spChg chg="mod">
          <ac:chgData name="Guest User" userId="S::urn:spo:tenantanon#e8911c26-cf9f-4a9c-878e-527807be8791::" providerId="AD" clId="Web-{14CA3F3D-8D20-DFFB-AF71-E2BA97BB808E}" dt="2026-09-09T01:11:39.861" v="38" actId="1076"/>
          <ac:spMkLst>
            <pc:docMk/>
            <pc:sldMk cId="3565492159" sldId="348"/>
            <ac:spMk id="8" creationId="{CB832669-7342-989E-F8D8-F07F7D584C9C}"/>
          </ac:spMkLst>
        </pc:spChg>
        <pc:spChg chg="mod">
          <ac:chgData name="Guest User" userId="S::urn:spo:tenantanon#e8911c26-cf9f-4a9c-878e-527807be8791::" providerId="AD" clId="Web-{14CA3F3D-8D20-DFFB-AF71-E2BA97BB808E}" dt="2026-09-09T01:11:39.830" v="36" actId="1076"/>
          <ac:spMkLst>
            <pc:docMk/>
            <pc:sldMk cId="3565492159" sldId="348"/>
            <ac:spMk id="9" creationId="{19CC4ABF-FFD4-0556-6EC5-0379D2487101}"/>
          </ac:spMkLst>
        </pc:spChg>
        <pc:spChg chg="mod">
          <ac:chgData name="Guest User" userId="S::urn:spo:tenantanon#e8911c26-cf9f-4a9c-878e-527807be8791::" providerId="AD" clId="Web-{14CA3F3D-8D20-DFFB-AF71-E2BA97BB808E}" dt="2026-09-09T01:11:39.814" v="35" actId="1076"/>
          <ac:spMkLst>
            <pc:docMk/>
            <pc:sldMk cId="3565492159" sldId="348"/>
            <ac:spMk id="10" creationId="{184F3EF0-6E48-FF6C-4ECB-3A3EC97C10A9}"/>
          </ac:spMkLst>
        </pc:spChg>
        <pc:spChg chg="mod">
          <ac:chgData name="Guest User" userId="S::urn:spo:tenantanon#e8911c26-cf9f-4a9c-878e-527807be8791::" providerId="AD" clId="Web-{14CA3F3D-8D20-DFFB-AF71-E2BA97BB808E}" dt="2026-09-09T01:11:39.845" v="37" actId="1076"/>
          <ac:spMkLst>
            <pc:docMk/>
            <pc:sldMk cId="3565492159" sldId="348"/>
            <ac:spMk id="11" creationId="{D185FBC1-4A53-C951-A9FB-21E5A7BDF4BF}"/>
          </ac:spMkLst>
        </pc:spChg>
        <pc:spChg chg="mod">
          <ac:chgData name="Guest User" userId="S::urn:spo:tenantanon#e8911c26-cf9f-4a9c-878e-527807be8791::" providerId="AD" clId="Web-{14CA3F3D-8D20-DFFB-AF71-E2BA97BB808E}" dt="2026-09-09T01:11:39.798" v="34" actId="1076"/>
          <ac:spMkLst>
            <pc:docMk/>
            <pc:sldMk cId="3565492159" sldId="348"/>
            <ac:spMk id="12" creationId="{5F2C9EA6-EBFA-104E-B1C8-6A2E0F92315D}"/>
          </ac:spMkLst>
        </pc:spChg>
        <pc:spChg chg="mod">
          <ac:chgData name="Guest User" userId="S::urn:spo:tenantanon#e8911c26-cf9f-4a9c-878e-527807be8791::" providerId="AD" clId="Web-{14CA3F3D-8D20-DFFB-AF71-E2BA97BB808E}" dt="2026-09-09T01:11:39.720" v="31" actId="1076"/>
          <ac:spMkLst>
            <pc:docMk/>
            <pc:sldMk cId="3565492159" sldId="348"/>
            <ac:spMk id="13" creationId="{EDE69793-0B63-845C-A205-C0B1433B8FED}"/>
          </ac:spMkLst>
        </pc:spChg>
        <pc:spChg chg="mod">
          <ac:chgData name="Guest User" userId="S::urn:spo:tenantanon#e8911c26-cf9f-4a9c-878e-527807be8791::" providerId="AD" clId="Web-{14CA3F3D-8D20-DFFB-AF71-E2BA97BB808E}" dt="2026-09-09T01:11:39.752" v="32" actId="1076"/>
          <ac:spMkLst>
            <pc:docMk/>
            <pc:sldMk cId="3565492159" sldId="348"/>
            <ac:spMk id="14" creationId="{989E6298-21B5-58B2-D621-17DCBAECAFCA}"/>
          </ac:spMkLst>
        </pc:spChg>
        <pc:spChg chg="mod">
          <ac:chgData name="Guest User" userId="S::urn:spo:tenantanon#e8911c26-cf9f-4a9c-878e-527807be8791::" providerId="AD" clId="Web-{14CA3F3D-8D20-DFFB-AF71-E2BA97BB808E}" dt="2026-09-09T01:11:39.783" v="33" actId="1076"/>
          <ac:spMkLst>
            <pc:docMk/>
            <pc:sldMk cId="3565492159" sldId="348"/>
            <ac:spMk id="15" creationId="{46092013-4490-7DF1-EF89-4E9A7221866D}"/>
          </ac:spMkLst>
        </pc:spChg>
        <pc:spChg chg="mod">
          <ac:chgData name="Guest User" userId="S::urn:spo:tenantanon#e8911c26-cf9f-4a9c-878e-527807be8791::" providerId="AD" clId="Web-{14CA3F3D-8D20-DFFB-AF71-E2BA97BB808E}" dt="2026-09-09T01:11:39.877" v="39" actId="1076"/>
          <ac:spMkLst>
            <pc:docMk/>
            <pc:sldMk cId="3565492159" sldId="348"/>
            <ac:spMk id="20" creationId="{79A8EDCC-01A7-0B1D-4207-7D466EF07BDB}"/>
          </ac:spMkLst>
        </pc:spChg>
        <pc:spChg chg="mod">
          <ac:chgData name="Guest User" userId="S::urn:spo:tenantanon#e8911c26-cf9f-4a9c-878e-527807be8791::" providerId="AD" clId="Web-{14CA3F3D-8D20-DFFB-AF71-E2BA97BB808E}" dt="2026-09-09T01:11:39.892" v="40" actId="1076"/>
          <ac:spMkLst>
            <pc:docMk/>
            <pc:sldMk cId="3565492159" sldId="348"/>
            <ac:spMk id="24" creationId="{DB7049CC-8A33-7AAB-A4F6-714EC2E85C7A}"/>
          </ac:spMkLst>
        </pc:spChg>
        <pc:spChg chg="mod">
          <ac:chgData name="Guest User" userId="S::urn:spo:tenantanon#e8911c26-cf9f-4a9c-878e-527807be8791::" providerId="AD" clId="Web-{14CA3F3D-8D20-DFFB-AF71-E2BA97BB808E}" dt="2026-09-09T01:11:39.908" v="41" actId="1076"/>
          <ac:spMkLst>
            <pc:docMk/>
            <pc:sldMk cId="3565492159" sldId="348"/>
            <ac:spMk id="26" creationId="{DC103073-36B4-BC10-3240-B4DB5EE83B12}"/>
          </ac:spMkLst>
        </pc:spChg>
        <pc:spChg chg="mod">
          <ac:chgData name="Guest User" userId="S::urn:spo:tenantanon#e8911c26-cf9f-4a9c-878e-527807be8791::" providerId="AD" clId="Web-{14CA3F3D-8D20-DFFB-AF71-E2BA97BB808E}" dt="2026-09-09T01:11:39.923" v="42" actId="1076"/>
          <ac:spMkLst>
            <pc:docMk/>
            <pc:sldMk cId="3565492159" sldId="348"/>
            <ac:spMk id="28" creationId="{B7753F3E-C4F1-1401-5526-7C9CA007379B}"/>
          </ac:spMkLst>
        </pc:spChg>
        <pc:spChg chg="mod">
          <ac:chgData name="Guest User" userId="S::urn:spo:tenantanon#e8911c26-cf9f-4a9c-878e-527807be8791::" providerId="AD" clId="Web-{14CA3F3D-8D20-DFFB-AF71-E2BA97BB808E}" dt="2026-09-09T01:11:39.939" v="43" actId="1076"/>
          <ac:spMkLst>
            <pc:docMk/>
            <pc:sldMk cId="3565492159" sldId="348"/>
            <ac:spMk id="30" creationId="{DBDE434B-3900-7BBF-F1BB-069DE7E86D98}"/>
          </ac:spMkLst>
        </pc:spChg>
        <pc:spChg chg="mod">
          <ac:chgData name="Guest User" userId="S::urn:spo:tenantanon#e8911c26-cf9f-4a9c-878e-527807be8791::" providerId="AD" clId="Web-{14CA3F3D-8D20-DFFB-AF71-E2BA97BB808E}" dt="2026-09-09T01:11:39.955" v="44" actId="1076"/>
          <ac:spMkLst>
            <pc:docMk/>
            <pc:sldMk cId="3565492159" sldId="348"/>
            <ac:spMk id="32" creationId="{83E14006-BC3C-9359-2E3F-F9F8BB5FAE6D}"/>
          </ac:spMkLst>
        </pc:spChg>
        <pc:spChg chg="mod">
          <ac:chgData name="Guest User" userId="S::urn:spo:tenantanon#e8911c26-cf9f-4a9c-878e-527807be8791::" providerId="AD" clId="Web-{14CA3F3D-8D20-DFFB-AF71-E2BA97BB808E}" dt="2026-09-09T01:11:39.970" v="45" actId="1076"/>
          <ac:spMkLst>
            <pc:docMk/>
            <pc:sldMk cId="3565492159" sldId="348"/>
            <ac:spMk id="34" creationId="{E81979E8-D292-523C-7BEC-AEB8A665AFA9}"/>
          </ac:spMkLst>
        </pc:spChg>
        <pc:spChg chg="mod">
          <ac:chgData name="Guest User" userId="S::urn:spo:tenantanon#e8911c26-cf9f-4a9c-878e-527807be8791::" providerId="AD" clId="Web-{14CA3F3D-8D20-DFFB-AF71-E2BA97BB808E}" dt="2026-09-09T01:11:39.986" v="46" actId="1076"/>
          <ac:spMkLst>
            <pc:docMk/>
            <pc:sldMk cId="3565492159" sldId="348"/>
            <ac:spMk id="36" creationId="{05441526-267D-5DFE-61AE-A0A33D05392D}"/>
          </ac:spMkLst>
        </pc:spChg>
      </pc:sldChg>
      <pc:sldChg chg="delSp modSp">
        <pc:chgData name="Guest User" userId="S::urn:spo:tenantanon#e8911c26-cf9f-4a9c-878e-527807be8791::" providerId="AD" clId="Web-{14CA3F3D-8D20-DFFB-AF71-E2BA97BB808E}" dt="2026-09-09T01:11:09.501" v="28" actId="1076"/>
        <pc:sldMkLst>
          <pc:docMk/>
          <pc:sldMk cId="951676116" sldId="350"/>
        </pc:sldMkLst>
        <pc:spChg chg="mod">
          <ac:chgData name="Guest User" userId="S::urn:spo:tenantanon#e8911c26-cf9f-4a9c-878e-527807be8791::" providerId="AD" clId="Web-{14CA3F3D-8D20-DFFB-AF71-E2BA97BB808E}" dt="2026-09-09T01:10:55.282" v="12" actId="1076"/>
          <ac:spMkLst>
            <pc:docMk/>
            <pc:sldMk cId="951676116" sldId="350"/>
            <ac:spMk id="2" creationId="{F6A86C45-7885-7AA4-6A4A-DC2CF6FCDFF6}"/>
          </ac:spMkLst>
        </pc:spChg>
        <pc:spChg chg="del">
          <ac:chgData name="Guest User" userId="S::urn:spo:tenantanon#e8911c26-cf9f-4a9c-878e-527807be8791::" providerId="AD" clId="Web-{14CA3F3D-8D20-DFFB-AF71-E2BA97BB808E}" dt="2026-09-09T01:10:28.719" v="11"/>
          <ac:spMkLst>
            <pc:docMk/>
            <pc:sldMk cId="951676116" sldId="350"/>
            <ac:spMk id="3" creationId="{8EB79DFA-1868-6289-1AEA-44D6C17B13EF}"/>
          </ac:spMkLst>
        </pc:spChg>
        <pc:spChg chg="mod">
          <ac:chgData name="Guest User" userId="S::urn:spo:tenantanon#e8911c26-cf9f-4a9c-878e-527807be8791::" providerId="AD" clId="Web-{14CA3F3D-8D20-DFFB-AF71-E2BA97BB808E}" dt="2026-09-09T01:11:09.360" v="17" actId="1076"/>
          <ac:spMkLst>
            <pc:docMk/>
            <pc:sldMk cId="951676116" sldId="350"/>
            <ac:spMk id="6" creationId="{A9DBBE4F-EF84-8227-1B73-2F644F008CE5}"/>
          </ac:spMkLst>
        </pc:spChg>
        <pc:spChg chg="mod">
          <ac:chgData name="Guest User" userId="S::urn:spo:tenantanon#e8911c26-cf9f-4a9c-878e-527807be8791::" providerId="AD" clId="Web-{14CA3F3D-8D20-DFFB-AF71-E2BA97BB808E}" dt="2026-09-09T01:11:09.376" v="18" actId="1076"/>
          <ac:spMkLst>
            <pc:docMk/>
            <pc:sldMk cId="951676116" sldId="350"/>
            <ac:spMk id="8" creationId="{459E4DCB-A4C7-3E1D-7DBC-2B4EB6F2BF8F}"/>
          </ac:spMkLst>
        </pc:spChg>
        <pc:spChg chg="mod">
          <ac:chgData name="Guest User" userId="S::urn:spo:tenantanon#e8911c26-cf9f-4a9c-878e-527807be8791::" providerId="AD" clId="Web-{14CA3F3D-8D20-DFFB-AF71-E2BA97BB808E}" dt="2026-09-09T01:11:09.391" v="19" actId="1076"/>
          <ac:spMkLst>
            <pc:docMk/>
            <pc:sldMk cId="951676116" sldId="350"/>
            <ac:spMk id="10" creationId="{7C32B16A-6983-865C-242B-2BBBA6FF331E}"/>
          </ac:spMkLst>
        </pc:spChg>
        <pc:spChg chg="mod">
          <ac:chgData name="Guest User" userId="S::urn:spo:tenantanon#e8911c26-cf9f-4a9c-878e-527807be8791::" providerId="AD" clId="Web-{14CA3F3D-8D20-DFFB-AF71-E2BA97BB808E}" dt="2026-09-09T01:11:09.407" v="20" actId="1076"/>
          <ac:spMkLst>
            <pc:docMk/>
            <pc:sldMk cId="951676116" sldId="350"/>
            <ac:spMk id="12" creationId="{78D05437-FB08-0946-60F0-A714FCEDBB91}"/>
          </ac:spMkLst>
        </pc:spChg>
        <pc:spChg chg="mod">
          <ac:chgData name="Guest User" userId="S::urn:spo:tenantanon#e8911c26-cf9f-4a9c-878e-527807be8791::" providerId="AD" clId="Web-{14CA3F3D-8D20-DFFB-AF71-E2BA97BB808E}" dt="2026-09-09T01:11:09.313" v="13" actId="1076"/>
          <ac:spMkLst>
            <pc:docMk/>
            <pc:sldMk cId="951676116" sldId="350"/>
            <ac:spMk id="13" creationId="{0C2E58FD-2FD5-676F-20C5-10F31A23B2AA}"/>
          </ac:spMkLst>
        </pc:spChg>
        <pc:spChg chg="mod">
          <ac:chgData name="Guest User" userId="S::urn:spo:tenantanon#e8911c26-cf9f-4a9c-878e-527807be8791::" providerId="AD" clId="Web-{14CA3F3D-8D20-DFFB-AF71-E2BA97BB808E}" dt="2026-09-09T01:11:09.329" v="14" actId="1076"/>
          <ac:spMkLst>
            <pc:docMk/>
            <pc:sldMk cId="951676116" sldId="350"/>
            <ac:spMk id="17" creationId="{B55E8C7C-6057-D104-4471-C949E9E5692F}"/>
          </ac:spMkLst>
        </pc:spChg>
        <pc:spChg chg="mod">
          <ac:chgData name="Guest User" userId="S::urn:spo:tenantanon#e8911c26-cf9f-4a9c-878e-527807be8791::" providerId="AD" clId="Web-{14CA3F3D-8D20-DFFB-AF71-E2BA97BB808E}" dt="2026-09-09T01:11:09.329" v="15" actId="1076"/>
          <ac:spMkLst>
            <pc:docMk/>
            <pc:sldMk cId="951676116" sldId="350"/>
            <ac:spMk id="18" creationId="{749169AD-A8DD-272E-6EC5-8918B72F3EAE}"/>
          </ac:spMkLst>
        </pc:spChg>
        <pc:spChg chg="mod">
          <ac:chgData name="Guest User" userId="S::urn:spo:tenantanon#e8911c26-cf9f-4a9c-878e-527807be8791::" providerId="AD" clId="Web-{14CA3F3D-8D20-DFFB-AF71-E2BA97BB808E}" dt="2026-09-09T01:11:09.345" v="16" actId="1076"/>
          <ac:spMkLst>
            <pc:docMk/>
            <pc:sldMk cId="951676116" sldId="350"/>
            <ac:spMk id="19" creationId="{30AC4114-6124-9148-F891-3A2E005C9037}"/>
          </ac:spMkLst>
        </pc:spChg>
        <pc:spChg chg="mod">
          <ac:chgData name="Guest User" userId="S::urn:spo:tenantanon#e8911c26-cf9f-4a9c-878e-527807be8791::" providerId="AD" clId="Web-{14CA3F3D-8D20-DFFB-AF71-E2BA97BB808E}" dt="2026-09-09T01:11:09.423" v="21" actId="1076"/>
          <ac:spMkLst>
            <pc:docMk/>
            <pc:sldMk cId="951676116" sldId="350"/>
            <ac:spMk id="20" creationId="{7B4034B7-3003-28A8-27BA-B369321494B5}"/>
          </ac:spMkLst>
        </pc:spChg>
        <pc:spChg chg="mod">
          <ac:chgData name="Guest User" userId="S::urn:spo:tenantanon#e8911c26-cf9f-4a9c-878e-527807be8791::" providerId="AD" clId="Web-{14CA3F3D-8D20-DFFB-AF71-E2BA97BB808E}" dt="2026-09-09T01:11:09.423" v="22" actId="1076"/>
          <ac:spMkLst>
            <pc:docMk/>
            <pc:sldMk cId="951676116" sldId="350"/>
            <ac:spMk id="24" creationId="{AB70ACBC-E554-0A71-38C3-467AD09D584E}"/>
          </ac:spMkLst>
        </pc:spChg>
        <pc:spChg chg="mod">
          <ac:chgData name="Guest User" userId="S::urn:spo:tenantanon#e8911c26-cf9f-4a9c-878e-527807be8791::" providerId="AD" clId="Web-{14CA3F3D-8D20-DFFB-AF71-E2BA97BB808E}" dt="2026-09-09T01:11:09.438" v="23" actId="1076"/>
          <ac:spMkLst>
            <pc:docMk/>
            <pc:sldMk cId="951676116" sldId="350"/>
            <ac:spMk id="26" creationId="{B2B9F7A3-29E4-8F3F-E16A-C7081CDF7EEC}"/>
          </ac:spMkLst>
        </pc:spChg>
        <pc:spChg chg="mod">
          <ac:chgData name="Guest User" userId="S::urn:spo:tenantanon#e8911c26-cf9f-4a9c-878e-527807be8791::" providerId="AD" clId="Web-{14CA3F3D-8D20-DFFB-AF71-E2BA97BB808E}" dt="2026-09-09T01:11:09.454" v="24" actId="1076"/>
          <ac:spMkLst>
            <pc:docMk/>
            <pc:sldMk cId="951676116" sldId="350"/>
            <ac:spMk id="28" creationId="{3FADC05C-6BF2-765A-4C84-C5B4A4E2BA29}"/>
          </ac:spMkLst>
        </pc:spChg>
        <pc:spChg chg="mod">
          <ac:chgData name="Guest User" userId="S::urn:spo:tenantanon#e8911c26-cf9f-4a9c-878e-527807be8791::" providerId="AD" clId="Web-{14CA3F3D-8D20-DFFB-AF71-E2BA97BB808E}" dt="2026-09-09T01:11:09.470" v="25" actId="1076"/>
          <ac:spMkLst>
            <pc:docMk/>
            <pc:sldMk cId="951676116" sldId="350"/>
            <ac:spMk id="30" creationId="{A2E72940-7F0D-B579-6871-D267B5DBF311}"/>
          </ac:spMkLst>
        </pc:spChg>
        <pc:spChg chg="mod">
          <ac:chgData name="Guest User" userId="S::urn:spo:tenantanon#e8911c26-cf9f-4a9c-878e-527807be8791::" providerId="AD" clId="Web-{14CA3F3D-8D20-DFFB-AF71-E2BA97BB808E}" dt="2026-09-09T01:11:09.485" v="26" actId="1076"/>
          <ac:spMkLst>
            <pc:docMk/>
            <pc:sldMk cId="951676116" sldId="350"/>
            <ac:spMk id="32" creationId="{E60ABDE0-BEFD-DDE8-4F6E-6D72DF2E5BAD}"/>
          </ac:spMkLst>
        </pc:spChg>
        <pc:spChg chg="mod">
          <ac:chgData name="Guest User" userId="S::urn:spo:tenantanon#e8911c26-cf9f-4a9c-878e-527807be8791::" providerId="AD" clId="Web-{14CA3F3D-8D20-DFFB-AF71-E2BA97BB808E}" dt="2026-09-09T01:11:09.501" v="27" actId="1076"/>
          <ac:spMkLst>
            <pc:docMk/>
            <pc:sldMk cId="951676116" sldId="350"/>
            <ac:spMk id="34" creationId="{28D0EFE3-FFB0-4EB0-5B21-62581111DD56}"/>
          </ac:spMkLst>
        </pc:spChg>
        <pc:spChg chg="mod">
          <ac:chgData name="Guest User" userId="S::urn:spo:tenantanon#e8911c26-cf9f-4a9c-878e-527807be8791::" providerId="AD" clId="Web-{14CA3F3D-8D20-DFFB-AF71-E2BA97BB808E}" dt="2026-09-09T01:11:09.501" v="28" actId="1076"/>
          <ac:spMkLst>
            <pc:docMk/>
            <pc:sldMk cId="951676116" sldId="350"/>
            <ac:spMk id="36" creationId="{87657824-208E-3615-18DC-9DC36B06DBE5}"/>
          </ac:spMkLst>
        </pc:spChg>
      </pc:sldChg>
    </pc:docChg>
  </pc:docChgLst>
  <pc:docChgLst>
    <pc:chgData name="Guest User" userId="S::urn:spo:tenantanon#e8911c26-cf9f-4a9c-878e-527807be8791::" providerId="AD" clId="Web-{86021083-746A-6974-2544-76D00616B3D5}"/>
    <pc:docChg chg="addSld modSld sldOrd modSection">
      <pc:chgData name="Guest User" userId="S::urn:spo:tenantanon#e8911c26-cf9f-4a9c-878e-527807be8791::" providerId="AD" clId="Web-{86021083-746A-6974-2544-76D00616B3D5}" dt="2026-09-06T10:33:05.875" v="1504"/>
      <pc:docMkLst>
        <pc:docMk/>
      </pc:docMkLst>
      <pc:sldChg chg="addSp modSp">
        <pc:chgData name="Guest User" userId="S::urn:spo:tenantanon#e8911c26-cf9f-4a9c-878e-527807be8791::" providerId="AD" clId="Web-{86021083-746A-6974-2544-76D00616B3D5}" dt="2026-09-06T10:33:05.875" v="1504"/>
        <pc:sldMkLst>
          <pc:docMk/>
          <pc:sldMk cId="2817264075" sldId="290"/>
        </pc:sldMkLst>
      </pc:sldChg>
      <pc:sldChg chg="addSp delSp modSp add ord replId">
        <pc:chgData name="Guest User" userId="S::urn:spo:tenantanon#e8911c26-cf9f-4a9c-878e-527807be8791::" providerId="AD" clId="Web-{86021083-746A-6974-2544-76D00616B3D5}" dt="2026-09-06T09:55:49.279" v="954" actId="1076"/>
        <pc:sldMkLst>
          <pc:docMk/>
          <pc:sldMk cId="2180912876" sldId="293"/>
        </pc:sldMkLst>
        <pc:spChg chg="add mod">
          <ac:chgData name="Guest User" userId="S::urn:spo:tenantanon#e8911c26-cf9f-4a9c-878e-527807be8791::" providerId="AD" clId="Web-{86021083-746A-6974-2544-76D00616B3D5}" dt="2026-09-06T09:45:04.817" v="750" actId="1076"/>
          <ac:spMkLst>
            <pc:docMk/>
            <pc:sldMk cId="2180912876" sldId="293"/>
            <ac:spMk id="27" creationId="{87D58C36-D186-BE07-3B27-102BF62B2B0C}"/>
          </ac:spMkLst>
        </pc:spChg>
        <pc:spChg chg="add mod">
          <ac:chgData name="Guest User" userId="S::urn:spo:tenantanon#e8911c26-cf9f-4a9c-878e-527807be8791::" providerId="AD" clId="Web-{86021083-746A-6974-2544-76D00616B3D5}" dt="2026-09-06T09:40:13.746" v="704" actId="1076"/>
          <ac:spMkLst>
            <pc:docMk/>
            <pc:sldMk cId="2180912876" sldId="293"/>
            <ac:spMk id="32" creationId="{F233371A-7683-967B-8303-30103B947F2F}"/>
          </ac:spMkLst>
        </pc:spChg>
        <pc:spChg chg="add mod">
          <ac:chgData name="Guest User" userId="S::urn:spo:tenantanon#e8911c26-cf9f-4a9c-878e-527807be8791::" providerId="AD" clId="Web-{86021083-746A-6974-2544-76D00616B3D5}" dt="2026-09-06T09:40:12.340" v="703" actId="1076"/>
          <ac:spMkLst>
            <pc:docMk/>
            <pc:sldMk cId="2180912876" sldId="293"/>
            <ac:spMk id="33" creationId="{07B53607-4C00-C7B1-D7F4-10E77756DF87}"/>
          </ac:spMkLst>
        </pc:spChg>
        <pc:spChg chg="add mod">
          <ac:chgData name="Guest User" userId="S::urn:spo:tenantanon#e8911c26-cf9f-4a9c-878e-527807be8791::" providerId="AD" clId="Web-{86021083-746A-6974-2544-76D00616B3D5}" dt="2026-09-06T09:40:25.215" v="706" actId="1076"/>
          <ac:spMkLst>
            <pc:docMk/>
            <pc:sldMk cId="2180912876" sldId="293"/>
            <ac:spMk id="34" creationId="{36EDADA5-DA89-265C-0FCC-414FC9548068}"/>
          </ac:spMkLst>
        </pc:spChg>
        <pc:spChg chg="add mod">
          <ac:chgData name="Guest User" userId="S::urn:spo:tenantanon#e8911c26-cf9f-4a9c-878e-527807be8791::" providerId="AD" clId="Web-{86021083-746A-6974-2544-76D00616B3D5}" dt="2026-09-06T09:40:30.168" v="708" actId="1076"/>
          <ac:spMkLst>
            <pc:docMk/>
            <pc:sldMk cId="2180912876" sldId="293"/>
            <ac:spMk id="35" creationId="{211D28F1-8064-7F2F-688A-84299B00915C}"/>
          </ac:spMkLst>
        </pc:spChg>
        <pc:spChg chg="add mod">
          <ac:chgData name="Guest User" userId="S::urn:spo:tenantanon#e8911c26-cf9f-4a9c-878e-527807be8791::" providerId="AD" clId="Web-{86021083-746A-6974-2544-76D00616B3D5}" dt="2026-09-06T09:42:45.204" v="722"/>
          <ac:spMkLst>
            <pc:docMk/>
            <pc:sldMk cId="2180912876" sldId="293"/>
            <ac:spMk id="36" creationId="{02C12F36-D084-78D4-5FFC-D8A8B863BF4E}"/>
          </ac:spMkLst>
        </pc:spChg>
        <pc:spChg chg="add mod">
          <ac:chgData name="Guest User" userId="S::urn:spo:tenantanon#e8911c26-cf9f-4a9c-878e-527807be8791::" providerId="AD" clId="Web-{86021083-746A-6974-2544-76D00616B3D5}" dt="2026-09-06T09:42:55.579" v="724" actId="1076"/>
          <ac:spMkLst>
            <pc:docMk/>
            <pc:sldMk cId="2180912876" sldId="293"/>
            <ac:spMk id="37" creationId="{49E09998-0A39-E0B6-F41B-13BBABA21A83}"/>
          </ac:spMkLst>
        </pc:spChg>
        <pc:spChg chg="add mod">
          <ac:chgData name="Guest User" userId="S::urn:spo:tenantanon#e8911c26-cf9f-4a9c-878e-527807be8791::" providerId="AD" clId="Web-{86021083-746A-6974-2544-76D00616B3D5}" dt="2026-09-06T09:43:03.782" v="726" actId="1076"/>
          <ac:spMkLst>
            <pc:docMk/>
            <pc:sldMk cId="2180912876" sldId="293"/>
            <ac:spMk id="38" creationId="{6982665D-13C0-AC9A-1801-CC508ECB865E}"/>
          </ac:spMkLst>
        </pc:spChg>
        <pc:spChg chg="add mod">
          <ac:chgData name="Guest User" userId="S::urn:spo:tenantanon#e8911c26-cf9f-4a9c-878e-527807be8791::" providerId="AD" clId="Web-{86021083-746A-6974-2544-76D00616B3D5}" dt="2026-09-06T09:43:12.361" v="728" actId="1076"/>
          <ac:spMkLst>
            <pc:docMk/>
            <pc:sldMk cId="2180912876" sldId="293"/>
            <ac:spMk id="39" creationId="{78CA8DB7-AFC4-5CEB-086B-6194AC9FB2BF}"/>
          </ac:spMkLst>
        </pc:spChg>
        <pc:spChg chg="add mod">
          <ac:chgData name="Guest User" userId="S::urn:spo:tenantanon#e8911c26-cf9f-4a9c-878e-527807be8791::" providerId="AD" clId="Web-{86021083-746A-6974-2544-76D00616B3D5}" dt="2026-09-06T09:43:54.534" v="732"/>
          <ac:spMkLst>
            <pc:docMk/>
            <pc:sldMk cId="2180912876" sldId="293"/>
            <ac:spMk id="40" creationId="{5AC015E4-AD62-29BF-F030-D0B104B3B55A}"/>
          </ac:spMkLst>
        </pc:spChg>
        <pc:spChg chg="add mod">
          <ac:chgData name="Guest User" userId="S::urn:spo:tenantanon#e8911c26-cf9f-4a9c-878e-527807be8791::" providerId="AD" clId="Web-{86021083-746A-6974-2544-76D00616B3D5}" dt="2026-09-06T09:44:56.332" v="748" actId="1076"/>
          <ac:spMkLst>
            <pc:docMk/>
            <pc:sldMk cId="2180912876" sldId="293"/>
            <ac:spMk id="41" creationId="{C494FD98-BAF0-ADF2-4664-0984A8AD72AC}"/>
          </ac:spMkLst>
        </pc:spChg>
        <pc:spChg chg="add mod">
          <ac:chgData name="Guest User" userId="S::urn:spo:tenantanon#e8911c26-cf9f-4a9c-878e-527807be8791::" providerId="AD" clId="Web-{86021083-746A-6974-2544-76D00616B3D5}" dt="2026-09-06T09:46:48.381" v="788" actId="1076"/>
          <ac:spMkLst>
            <pc:docMk/>
            <pc:sldMk cId="2180912876" sldId="293"/>
            <ac:spMk id="56" creationId="{D26FD527-CEFF-6A7F-0C09-8F34AF299D35}"/>
          </ac:spMkLst>
        </pc:spChg>
        <pc:spChg chg="add mod">
          <ac:chgData name="Guest User" userId="S::urn:spo:tenantanon#e8911c26-cf9f-4a9c-878e-527807be8791::" providerId="AD" clId="Web-{86021083-746A-6974-2544-76D00616B3D5}" dt="2026-09-06T09:47:22.038" v="805" actId="20577"/>
          <ac:spMkLst>
            <pc:docMk/>
            <pc:sldMk cId="2180912876" sldId="293"/>
            <ac:spMk id="57" creationId="{733A638D-E585-9466-7CCE-6CA3466DE8A1}"/>
          </ac:spMkLst>
        </pc:spChg>
        <pc:spChg chg="add mod">
          <ac:chgData name="Guest User" userId="S::urn:spo:tenantanon#e8911c26-cf9f-4a9c-878e-527807be8791::" providerId="AD" clId="Web-{86021083-746A-6974-2544-76D00616B3D5}" dt="2026-09-06T09:47:44.242" v="817" actId="20577"/>
          <ac:spMkLst>
            <pc:docMk/>
            <pc:sldMk cId="2180912876" sldId="293"/>
            <ac:spMk id="58" creationId="{D6E2B8F6-2E6F-2AB3-B5EE-1289A4B6B267}"/>
          </ac:spMkLst>
        </pc:spChg>
        <pc:spChg chg="add mod">
          <ac:chgData name="Guest User" userId="S::urn:spo:tenantanon#e8911c26-cf9f-4a9c-878e-527807be8791::" providerId="AD" clId="Web-{86021083-746A-6974-2544-76D00616B3D5}" dt="2026-09-06T09:47:56.758" v="827" actId="20577"/>
          <ac:spMkLst>
            <pc:docMk/>
            <pc:sldMk cId="2180912876" sldId="293"/>
            <ac:spMk id="59" creationId="{B6870B05-91DB-4D5A-B1AE-D175956A9CC2}"/>
          </ac:spMkLst>
        </pc:spChg>
        <pc:spChg chg="add mod">
          <ac:chgData name="Guest User" userId="S::urn:spo:tenantanon#e8911c26-cf9f-4a9c-878e-527807be8791::" providerId="AD" clId="Web-{86021083-746A-6974-2544-76D00616B3D5}" dt="2026-09-06T09:49:22.353" v="834" actId="20577"/>
          <ac:spMkLst>
            <pc:docMk/>
            <pc:sldMk cId="2180912876" sldId="293"/>
            <ac:spMk id="60" creationId="{F0B18E8D-B0C1-AF37-A85D-FEB30FAFFF6C}"/>
          </ac:spMkLst>
        </pc:spChg>
        <pc:spChg chg="add mod">
          <ac:chgData name="Guest User" userId="S::urn:spo:tenantanon#e8911c26-cf9f-4a9c-878e-527807be8791::" providerId="AD" clId="Web-{86021083-746A-6974-2544-76D00616B3D5}" dt="2026-09-06T09:55:49.279" v="954" actId="1076"/>
          <ac:spMkLst>
            <pc:docMk/>
            <pc:sldMk cId="2180912876" sldId="293"/>
            <ac:spMk id="61" creationId="{E199508B-AA2A-4D16-9088-992D56DBD006}"/>
          </ac:spMkLst>
        </pc:spChg>
        <pc:grpChg chg="add">
          <ac:chgData name="Guest User" userId="S::urn:spo:tenantanon#e8911c26-cf9f-4a9c-878e-527807be8791::" providerId="AD" clId="Web-{86021083-746A-6974-2544-76D00616B3D5}" dt="2026-09-06T09:45:13.395" v="753"/>
          <ac:grpSpMkLst>
            <pc:docMk/>
            <pc:sldMk cId="2180912876" sldId="293"/>
            <ac:grpSpMk id="43" creationId="{2DFA1703-9257-5BC5-79BE-DC0EC0B51715}"/>
          </ac:grpSpMkLst>
        </pc:grpChg>
      </pc:sldChg>
      <pc:sldChg chg="addSp delSp modSp add ord replId">
        <pc:chgData name="Guest User" userId="S::urn:spo:tenantanon#e8911c26-cf9f-4a9c-878e-527807be8791::" providerId="AD" clId="Web-{86021083-746A-6974-2544-76D00616B3D5}" dt="2026-09-06T10:06:18.952" v="1217" actId="1076"/>
        <pc:sldMkLst>
          <pc:docMk/>
          <pc:sldMk cId="1393578192" sldId="295"/>
        </pc:sldMkLst>
        <pc:spChg chg="add del mod">
          <ac:chgData name="Guest User" userId="S::urn:spo:tenantanon#e8911c26-cf9f-4a9c-878e-527807be8791::" providerId="AD" clId="Web-{86021083-746A-6974-2544-76D00616B3D5}" dt="2026-09-06T10:03:43.808" v="1202" actId="20577"/>
          <ac:spMkLst>
            <pc:docMk/>
            <pc:sldMk cId="1393578192" sldId="295"/>
            <ac:spMk id="3" creationId="{E05C0392-CC47-9F87-4194-E760FEF96A11}"/>
          </ac:spMkLst>
        </pc:spChg>
        <pc:spChg chg="add mod topLvl">
          <ac:chgData name="Guest User" userId="S::urn:spo:tenantanon#e8911c26-cf9f-4a9c-878e-527807be8791::" providerId="AD" clId="Web-{86021083-746A-6974-2544-76D00616B3D5}" dt="2026-09-06T10:00:25.241" v="1156" actId="1076"/>
          <ac:spMkLst>
            <pc:docMk/>
            <pc:sldMk cId="1393578192" sldId="295"/>
            <ac:spMk id="6" creationId="{8FE2E15E-DFB0-5979-C6D1-2644B3FBC2C6}"/>
          </ac:spMkLst>
        </pc:spChg>
        <pc:spChg chg="mod topLvl">
          <ac:chgData name="Guest User" userId="S::urn:spo:tenantanon#e8911c26-cf9f-4a9c-878e-527807be8791::" providerId="AD" clId="Web-{86021083-746A-6974-2544-76D00616B3D5}" dt="2026-09-06T09:59:57.100" v="1149"/>
          <ac:spMkLst>
            <pc:docMk/>
            <pc:sldMk cId="1393578192" sldId="295"/>
            <ac:spMk id="24" creationId="{FE9AA6F9-892A-7D56-EFBE-C1C3B1BDA795}"/>
          </ac:spMkLst>
        </pc:spChg>
        <pc:spChg chg="mod topLvl">
          <ac:chgData name="Guest User" userId="S::urn:spo:tenantanon#e8911c26-cf9f-4a9c-878e-527807be8791::" providerId="AD" clId="Web-{86021083-746A-6974-2544-76D00616B3D5}" dt="2026-09-06T10:04:12.215" v="1203" actId="1076"/>
          <ac:spMkLst>
            <pc:docMk/>
            <pc:sldMk cId="1393578192" sldId="295"/>
            <ac:spMk id="25" creationId="{3955CFD3-5DB7-948A-5E8A-67FCB9C502B3}"/>
          </ac:spMkLst>
        </pc:spChg>
        <pc:spChg chg="add mod topLvl">
          <ac:chgData name="Guest User" userId="S::urn:spo:tenantanon#e8911c26-cf9f-4a9c-878e-527807be8791::" providerId="AD" clId="Web-{86021083-746A-6974-2544-76D00616B3D5}" dt="2026-09-06T10:01:56.368" v="1174" actId="20577"/>
          <ac:spMkLst>
            <pc:docMk/>
            <pc:sldMk cId="1393578192" sldId="295"/>
            <ac:spMk id="45" creationId="{6FC2ED99-BD72-BD49-24A0-9F45551EDAB2}"/>
          </ac:spMkLst>
        </pc:spChg>
        <pc:spChg chg="add mod topLvl">
          <ac:chgData name="Guest User" userId="S::urn:spo:tenantanon#e8911c26-cf9f-4a9c-878e-527807be8791::" providerId="AD" clId="Web-{86021083-746A-6974-2544-76D00616B3D5}" dt="2026-09-06T10:02:08.119" v="1175" actId="20577"/>
          <ac:spMkLst>
            <pc:docMk/>
            <pc:sldMk cId="1393578192" sldId="295"/>
            <ac:spMk id="55" creationId="{7170A643-BDF7-4A00-E992-5E7B34AB6AE9}"/>
          </ac:spMkLst>
        </pc:spChg>
        <pc:spChg chg="add mod">
          <ac:chgData name="Guest User" userId="S::urn:spo:tenantanon#e8911c26-cf9f-4a9c-878e-527807be8791::" providerId="AD" clId="Web-{86021083-746A-6974-2544-76D00616B3D5}" dt="2026-09-06T10:00:21.585" v="1155" actId="1076"/>
          <ac:spMkLst>
            <pc:docMk/>
            <pc:sldMk cId="1393578192" sldId="295"/>
            <ac:spMk id="64" creationId="{C84AEDD3-0EA0-E73F-4C4B-FE8D29798B1D}"/>
          </ac:spMkLst>
        </pc:spChg>
        <pc:spChg chg="add mod">
          <ac:chgData name="Guest User" userId="S::urn:spo:tenantanon#e8911c26-cf9f-4a9c-878e-527807be8791::" providerId="AD" clId="Web-{86021083-746A-6974-2544-76D00616B3D5}" dt="2026-09-06T10:00:41.382" v="1159" actId="1076"/>
          <ac:spMkLst>
            <pc:docMk/>
            <pc:sldMk cId="1393578192" sldId="295"/>
            <ac:spMk id="65" creationId="{637120E9-7950-719B-6198-36536B996958}"/>
          </ac:spMkLst>
        </pc:spChg>
        <pc:spChg chg="add mod">
          <ac:chgData name="Guest User" userId="S::urn:spo:tenantanon#e8911c26-cf9f-4a9c-878e-527807be8791::" providerId="AD" clId="Web-{86021083-746A-6974-2544-76D00616B3D5}" dt="2026-09-06T10:00:45.992" v="1161" actId="1076"/>
          <ac:spMkLst>
            <pc:docMk/>
            <pc:sldMk cId="1393578192" sldId="295"/>
            <ac:spMk id="66" creationId="{B22CC35F-A5CD-9D62-4074-682483760633}"/>
          </ac:spMkLst>
        </pc:spChg>
        <pc:grpChg chg="add mod">
          <ac:chgData name="Guest User" userId="S::urn:spo:tenantanon#e8911c26-cf9f-4a9c-878e-527807be8791::" providerId="AD" clId="Web-{86021083-746A-6974-2544-76D00616B3D5}" dt="2026-09-06T10:00:28.991" v="1157" actId="1076"/>
          <ac:grpSpMkLst>
            <pc:docMk/>
            <pc:sldMk cId="1393578192" sldId="295"/>
            <ac:grpSpMk id="63" creationId="{A10947A4-C57E-2E61-9AF5-1AD20CF0809E}"/>
          </ac:grpSpMkLst>
        </pc:grpChg>
        <pc:cxnChg chg="add mod">
          <ac:chgData name="Guest User" userId="S::urn:spo:tenantanon#e8911c26-cf9f-4a9c-878e-527807be8791::" providerId="AD" clId="Web-{86021083-746A-6974-2544-76D00616B3D5}" dt="2026-09-06T10:06:18.952" v="1217" actId="1076"/>
          <ac:cxnSpMkLst>
            <pc:docMk/>
            <pc:sldMk cId="1393578192" sldId="295"/>
            <ac:cxnSpMk id="76" creationId="{DFFB3575-4A0D-BA02-E01C-37B46F4B558E}"/>
          </ac:cxnSpMkLst>
        </pc:cxnChg>
      </pc:sldChg>
    </pc:docChg>
  </pc:docChgLst>
  <pc:docChgLst>
    <pc:chgData name="Guest User" userId="S::urn:spo:tenantanon#e8911c26-cf9f-4a9c-878e-527807be8791::" providerId="AD" clId="Web-{CF6AABBE-2C38-FD4E-0E08-FCC798290525}"/>
    <pc:docChg chg="modSld">
      <pc:chgData name="Guest User" userId="S::urn:spo:tenantanon#e8911c26-cf9f-4a9c-878e-527807be8791::" providerId="AD" clId="Web-{CF6AABBE-2C38-FD4E-0E08-FCC798290525}" dt="2026-09-09T02:05:16.234" v="32" actId="1076"/>
      <pc:docMkLst>
        <pc:docMk/>
      </pc:docMkLst>
      <pc:sldChg chg="modSp">
        <pc:chgData name="Guest User" userId="S::urn:spo:tenantanon#e8911c26-cf9f-4a9c-878e-527807be8791::" providerId="AD" clId="Web-{CF6AABBE-2C38-FD4E-0E08-FCC798290525}" dt="2026-09-09T02:04:04.623" v="25" actId="1076"/>
        <pc:sldMkLst>
          <pc:docMk/>
          <pc:sldMk cId="2180912876" sldId="293"/>
        </pc:sldMkLst>
        <pc:spChg chg="mod">
          <ac:chgData name="Guest User" userId="S::urn:spo:tenantanon#e8911c26-cf9f-4a9c-878e-527807be8791::" providerId="AD" clId="Web-{CF6AABBE-2C38-FD4E-0E08-FCC798290525}" dt="2026-09-09T02:04:04.623" v="25" actId="1076"/>
          <ac:spMkLst>
            <pc:docMk/>
            <pc:sldMk cId="2180912876" sldId="293"/>
            <ac:spMk id="6" creationId="{8C43BFA1-0DD4-D236-8798-6770EB09E5B1}"/>
          </ac:spMkLst>
        </pc:spChg>
      </pc:sldChg>
      <pc:sldChg chg="addSp delSp modSp addAnim">
        <pc:chgData name="Guest User" userId="S::urn:spo:tenantanon#e8911c26-cf9f-4a9c-878e-527807be8791::" providerId="AD" clId="Web-{CF6AABBE-2C38-FD4E-0E08-FCC798290525}" dt="2026-09-09T02:04:20.983" v="28" actId="1076"/>
        <pc:sldMkLst>
          <pc:docMk/>
          <pc:sldMk cId="1393578192" sldId="295"/>
        </pc:sldMkLst>
        <pc:spChg chg="del">
          <ac:chgData name="Guest User" userId="S::urn:spo:tenantanon#e8911c26-cf9f-4a9c-878e-527807be8791::" providerId="AD" clId="Web-{CF6AABBE-2C38-FD4E-0E08-FCC798290525}" dt="2026-09-09T02:04:14.139" v="26"/>
          <ac:spMkLst>
            <pc:docMk/>
            <pc:sldMk cId="1393578192" sldId="295"/>
            <ac:spMk id="9" creationId="{920BB8AF-8A34-C3B7-58C2-CF1082CD6D2B}"/>
          </ac:spMkLst>
        </pc:spChg>
        <pc:spChg chg="add mod">
          <ac:chgData name="Guest User" userId="S::urn:spo:tenantanon#e8911c26-cf9f-4a9c-878e-527807be8791::" providerId="AD" clId="Web-{CF6AABBE-2C38-FD4E-0E08-FCC798290525}" dt="2026-09-09T02:04:20.983" v="28" actId="1076"/>
          <ac:spMkLst>
            <pc:docMk/>
            <pc:sldMk cId="1393578192" sldId="295"/>
            <ac:spMk id="12" creationId="{821A31C6-C1A2-1B23-85B4-2C65E6CAB281}"/>
          </ac:spMkLst>
        </pc:spChg>
      </pc:sldChg>
      <pc:sldChg chg="modSp">
        <pc:chgData name="Guest User" userId="S::urn:spo:tenantanon#e8911c26-cf9f-4a9c-878e-527807be8791::" providerId="AD" clId="Web-{CF6AABBE-2C38-FD4E-0E08-FCC798290525}" dt="2026-09-09T02:05:16.234" v="32" actId="1076"/>
        <pc:sldMkLst>
          <pc:docMk/>
          <pc:sldMk cId="2732170788" sldId="349"/>
        </pc:sldMkLst>
        <pc:spChg chg="mod">
          <ac:chgData name="Guest User" userId="S::urn:spo:tenantanon#e8911c26-cf9f-4a9c-878e-527807be8791::" providerId="AD" clId="Web-{CF6AABBE-2C38-FD4E-0E08-FCC798290525}" dt="2026-09-09T02:05:16.234" v="32" actId="1076"/>
          <ac:spMkLst>
            <pc:docMk/>
            <pc:sldMk cId="2732170788" sldId="349"/>
            <ac:spMk id="2" creationId="{F54541BC-99AD-C84A-3864-A7135A727EF9}"/>
          </ac:spMkLst>
        </pc:spChg>
      </pc:sldChg>
      <pc:sldChg chg="modSp">
        <pc:chgData name="Guest User" userId="S::urn:spo:tenantanon#e8911c26-cf9f-4a9c-878e-527807be8791::" providerId="AD" clId="Web-{CF6AABBE-2C38-FD4E-0E08-FCC798290525}" dt="2026-09-09T01:57:55.816" v="1" actId="20577"/>
        <pc:sldMkLst>
          <pc:docMk/>
          <pc:sldMk cId="951676116" sldId="350"/>
        </pc:sldMkLst>
        <pc:spChg chg="mod">
          <ac:chgData name="Guest User" userId="S::urn:spo:tenantanon#e8911c26-cf9f-4a9c-878e-527807be8791::" providerId="AD" clId="Web-{CF6AABBE-2C38-FD4E-0E08-FCC798290525}" dt="2026-09-09T01:57:55.816" v="1" actId="20577"/>
          <ac:spMkLst>
            <pc:docMk/>
            <pc:sldMk cId="951676116" sldId="350"/>
            <ac:spMk id="18" creationId="{749169AD-A8DD-272E-6EC5-8918B72F3EAE}"/>
          </ac:spMkLst>
        </pc:spChg>
      </pc:sldChg>
    </pc:docChg>
  </pc:docChgLst>
  <pc:docChgLst>
    <pc:chgData name="Guest User" userId="S::urn:spo:tenantanon#e8911c26-cf9f-4a9c-878e-527807be8791::" providerId="AD" clId="Web-{B0EA5C71-E75F-6491-EE69-3891B4808948}"/>
    <pc:docChg chg="addSld delSld modSld sldOrd modSection">
      <pc:chgData name="Guest User" userId="S::urn:spo:tenantanon#e8911c26-cf9f-4a9c-878e-527807be8791::" providerId="AD" clId="Web-{B0EA5C71-E75F-6491-EE69-3891B4808948}" dt="2026-09-06T10:21:01.114" v="151"/>
      <pc:docMkLst>
        <pc:docMk/>
      </pc:docMkLst>
      <pc:sldChg chg="addSp delSp modSp add replId">
        <pc:chgData name="Guest User" userId="S::urn:spo:tenantanon#e8911c26-cf9f-4a9c-878e-527807be8791::" providerId="AD" clId="Web-{B0EA5C71-E75F-6491-EE69-3891B4808948}" dt="2026-09-06T10:17:08.427" v="150" actId="14100"/>
        <pc:sldMkLst>
          <pc:docMk/>
          <pc:sldMk cId="1740181604" sldId="294"/>
        </pc:sldMkLst>
        <pc:spChg chg="add">
          <ac:chgData name="Guest User" userId="S::urn:spo:tenantanon#e8911c26-cf9f-4a9c-878e-527807be8791::" providerId="AD" clId="Web-{B0EA5C71-E75F-6491-EE69-3891B4808948}" dt="2026-09-06T10:10:18.030" v="115"/>
          <ac:spMkLst>
            <pc:docMk/>
            <pc:sldMk cId="1740181604" sldId="294"/>
            <ac:spMk id="5" creationId="{ACE32FE6-A093-12EC-C99A-E18B63BCD6FB}"/>
          </ac:spMkLst>
        </pc:spChg>
      </pc:sldChg>
    </pc:docChg>
  </pc:docChgLst>
  <pc:docChgLst>
    <pc:chgData name="Guest User" userId="S::urn:spo:tenantanon#e8911c26-cf9f-4a9c-878e-527807be8791::" providerId="AD" clId="Web-{0896F012-44B4-4F0D-0E95-9BB8233146E4}"/>
    <pc:docChg chg="modSld">
      <pc:chgData name="Guest User" userId="S::urn:spo:tenantanon#e8911c26-cf9f-4a9c-878e-527807be8791::" providerId="AD" clId="Web-{0896F012-44B4-4F0D-0E95-9BB8233146E4}" dt="2026-09-06T12:14:38.831" v="58" actId="1076"/>
      <pc:docMkLst>
        <pc:docMk/>
      </pc:docMkLst>
      <pc:sldChg chg="delSp modSp">
        <pc:chgData name="Guest User" userId="S::urn:spo:tenantanon#e8911c26-cf9f-4a9c-878e-527807be8791::" providerId="AD" clId="Web-{0896F012-44B4-4F0D-0E95-9BB8233146E4}" dt="2026-09-06T12:14:38.831" v="58" actId="1076"/>
        <pc:sldMkLst>
          <pc:docMk/>
          <pc:sldMk cId="1393578192" sldId="295"/>
        </pc:sldMkLst>
        <pc:spChg chg="mod">
          <ac:chgData name="Guest User" userId="S::urn:spo:tenantanon#e8911c26-cf9f-4a9c-878e-527807be8791::" providerId="AD" clId="Web-{0896F012-44B4-4F0D-0E95-9BB8233146E4}" dt="2026-09-06T12:14:33.441" v="57" actId="14100"/>
          <ac:spMkLst>
            <pc:docMk/>
            <pc:sldMk cId="1393578192" sldId="295"/>
            <ac:spMk id="2" creationId="{280102A3-F603-68C7-49F3-98F0102836C0}"/>
          </ac:spMkLst>
        </pc:spChg>
        <pc:spChg chg="mod">
          <ac:chgData name="Guest User" userId="S::urn:spo:tenantanon#e8911c26-cf9f-4a9c-878e-527807be8791::" providerId="AD" clId="Web-{0896F012-44B4-4F0D-0E95-9BB8233146E4}" dt="2026-09-06T12:14:38.831" v="58" actId="1076"/>
          <ac:spMkLst>
            <pc:docMk/>
            <pc:sldMk cId="1393578192" sldId="295"/>
            <ac:spMk id="5" creationId="{D15643B4-09B3-2124-B345-53BB4689E1AF}"/>
          </ac:spMkLst>
        </pc:spChg>
        <pc:spChg chg="mod">
          <ac:chgData name="Guest User" userId="S::urn:spo:tenantanon#e8911c26-cf9f-4a9c-878e-527807be8791::" providerId="AD" clId="Web-{0896F012-44B4-4F0D-0E95-9BB8233146E4}" dt="2026-09-06T12:13:14.610" v="36" actId="1076"/>
          <ac:spMkLst>
            <pc:docMk/>
            <pc:sldMk cId="1393578192" sldId="295"/>
            <ac:spMk id="8" creationId="{635920CC-19CB-1D02-ED1A-BF1BCC17FCE8}"/>
          </ac:spMkLst>
        </pc:spChg>
        <pc:spChg chg="mod">
          <ac:chgData name="Guest User" userId="S::urn:spo:tenantanon#e8911c26-cf9f-4a9c-878e-527807be8791::" providerId="AD" clId="Web-{0896F012-44B4-4F0D-0E95-9BB8233146E4}" dt="2026-09-06T12:13:33.814" v="41" actId="1076"/>
          <ac:spMkLst>
            <pc:docMk/>
            <pc:sldMk cId="1393578192" sldId="295"/>
            <ac:spMk id="10" creationId="{116A5185-0945-C644-1565-AE0AE048A05E}"/>
          </ac:spMkLst>
        </pc:spChg>
        <pc:spChg chg="mod">
          <ac:chgData name="Guest User" userId="S::urn:spo:tenantanon#e8911c26-cf9f-4a9c-878e-527807be8791::" providerId="AD" clId="Web-{0896F012-44B4-4F0D-0E95-9BB8233146E4}" dt="2026-09-06T12:12:59.844" v="33" actId="20577"/>
          <ac:spMkLst>
            <pc:docMk/>
            <pc:sldMk cId="1393578192" sldId="295"/>
            <ac:spMk id="11" creationId="{5B80B244-466B-DAD1-CC5A-B98F9DA90BE5}"/>
          </ac:spMkLst>
        </pc:spChg>
        <pc:spChg chg="mod">
          <ac:chgData name="Guest User" userId="S::urn:spo:tenantanon#e8911c26-cf9f-4a9c-878e-527807be8791::" providerId="AD" clId="Web-{0896F012-44B4-4F0D-0E95-9BB8233146E4}" dt="2026-09-06T12:12:37.422" v="25" actId="1076"/>
          <ac:spMkLst>
            <pc:docMk/>
            <pc:sldMk cId="1393578192" sldId="295"/>
            <ac:spMk id="13" creationId="{4AF63D23-811D-8980-D726-47CF842B76BE}"/>
          </ac:spMkLst>
        </pc:spChg>
        <pc:spChg chg="mod">
          <ac:chgData name="Guest User" userId="S::urn:spo:tenantanon#e8911c26-cf9f-4a9c-878e-527807be8791::" providerId="AD" clId="Web-{0896F012-44B4-4F0D-0E95-9BB8233146E4}" dt="2026-09-06T12:14:02.534" v="47" actId="1076"/>
          <ac:spMkLst>
            <pc:docMk/>
            <pc:sldMk cId="1393578192" sldId="295"/>
            <ac:spMk id="45" creationId="{6FC2ED99-BD72-BD49-24A0-9F45551EDAB2}"/>
          </ac:spMkLst>
        </pc:spChg>
        <pc:spChg chg="mod">
          <ac:chgData name="Guest User" userId="S::urn:spo:tenantanon#e8911c26-cf9f-4a9c-878e-527807be8791::" providerId="AD" clId="Web-{0896F012-44B4-4F0D-0E95-9BB8233146E4}" dt="2026-09-06T12:14:07.674" v="48" actId="1076"/>
          <ac:spMkLst>
            <pc:docMk/>
            <pc:sldMk cId="1393578192" sldId="295"/>
            <ac:spMk id="55" creationId="{7170A643-BDF7-4A00-E992-5E7B34AB6AE9}"/>
          </ac:spMkLst>
        </pc:spChg>
      </pc:sldChg>
    </pc:docChg>
  </pc:docChgLst>
  <pc:docChgLst>
    <pc:chgData name="Guest User" userId="S::urn:spo:tenantanon#e8911c26-cf9f-4a9c-878e-527807be8791::" providerId="AD" clId="Web-{00000000-0000-0000-0000-000000000000}"/>
    <pc:docChg chg="addSld delSld modSld modSection">
      <pc:chgData name="Guest User" userId="S::urn:spo:tenantanon#e8911c26-cf9f-4a9c-878e-527807be8791::" providerId="AD" clId="Web-{00000000-0000-0000-0000-000000000000}" dt="2026-09-09T01:59:34.426" v="3246" actId="20577"/>
      <pc:docMkLst>
        <pc:docMk/>
      </pc:docMkLst>
      <pc:sldChg chg="addSp delSp modSp">
        <pc:chgData name="Guest User" userId="S::urn:spo:tenantanon#e8911c26-cf9f-4a9c-878e-527807be8791::" providerId="AD" clId="Web-{00000000-0000-0000-0000-000000000000}" dt="2026-09-09T00:40:30.060" v="2484" actId="20577"/>
        <pc:sldMkLst>
          <pc:docMk/>
          <pc:sldMk cId="1820912438" sldId="284"/>
        </pc:sldMkLst>
        <pc:spChg chg="add del">
          <ac:chgData name="Guest User" userId="S::urn:spo:tenantanon#e8911c26-cf9f-4a9c-878e-527807be8791::" providerId="AD" clId="Web-{00000000-0000-0000-0000-000000000000}" dt="2026-09-09T00:37:39.350" v="2468"/>
          <ac:spMkLst>
            <pc:docMk/>
            <pc:sldMk cId="1820912438" sldId="284"/>
            <ac:spMk id="3" creationId="{ED2B5A36-44C7-B604-4A9B-760675669A22}"/>
          </ac:spMkLst>
        </pc:spChg>
        <pc:spChg chg="mod">
          <ac:chgData name="Guest User" userId="S::urn:spo:tenantanon#e8911c26-cf9f-4a9c-878e-527807be8791::" providerId="AD" clId="Web-{00000000-0000-0000-0000-000000000000}" dt="2026-09-09T00:40:30.060" v="2484" actId="20577"/>
          <ac:spMkLst>
            <pc:docMk/>
            <pc:sldMk cId="1820912438" sldId="284"/>
            <ac:spMk id="4" creationId="{0399FFFE-A067-2F7B-B789-27B23ED67DD6}"/>
          </ac:spMkLst>
        </pc:spChg>
      </pc:sldChg>
      <pc:sldChg chg="addSp delSp modSp addAnim delAnim">
        <pc:chgData name="Guest User" userId="S::urn:spo:tenantanon#e8911c26-cf9f-4a9c-878e-527807be8791::" providerId="AD" clId="Web-{00000000-0000-0000-0000-000000000000}" dt="2026-09-09T00:56:29.193" v="2671"/>
        <pc:sldMkLst>
          <pc:docMk/>
          <pc:sldMk cId="2817264075" sldId="290"/>
        </pc:sldMkLst>
        <pc:spChg chg="add del mod">
          <ac:chgData name="Guest User" userId="S::urn:spo:tenantanon#e8911c26-cf9f-4a9c-878e-527807be8791::" providerId="AD" clId="Web-{00000000-0000-0000-0000-000000000000}" dt="2026-09-09T00:11:06.506" v="2406" actId="1076"/>
          <ac:spMkLst>
            <pc:docMk/>
            <pc:sldMk cId="2817264075" sldId="290"/>
            <ac:spMk id="6" creationId="{F5EE49F9-DE81-05F1-12E7-2DBF0625A24F}"/>
          </ac:spMkLst>
        </pc:spChg>
        <pc:spChg chg="add mod">
          <ac:chgData name="Guest User" userId="S::urn:spo:tenantanon#e8911c26-cf9f-4a9c-878e-527807be8791::" providerId="AD" clId="Web-{00000000-0000-0000-0000-000000000000}" dt="2026-09-09T00:10:39.599" v="2402" actId="1076"/>
          <ac:spMkLst>
            <pc:docMk/>
            <pc:sldMk cId="2817264075" sldId="290"/>
            <ac:spMk id="7" creationId="{A8ED1880-ED27-ED48-3130-7129BD1C87D1}"/>
          </ac:spMkLst>
        </pc:spChg>
        <pc:spChg chg="add del">
          <ac:chgData name="Guest User" userId="S::urn:spo:tenantanon#e8911c26-cf9f-4a9c-878e-527807be8791::" providerId="AD" clId="Web-{00000000-0000-0000-0000-000000000000}" dt="2026-09-09T00:10:44.834" v="2404"/>
          <ac:spMkLst>
            <pc:docMk/>
            <pc:sldMk cId="2817264075" sldId="290"/>
            <ac:spMk id="10" creationId="{BB85C415-018F-4474-B9F2-D44F0C5EF995}"/>
          </ac:spMkLst>
        </pc:spChg>
        <pc:spChg chg="add mod">
          <ac:chgData name="Guest User" userId="S::urn:spo:tenantanon#e8911c26-cf9f-4a9c-878e-527807be8791::" providerId="AD" clId="Web-{00000000-0000-0000-0000-000000000000}" dt="2026-09-09T00:11:11.960" v="2408" actId="1076"/>
          <ac:spMkLst>
            <pc:docMk/>
            <pc:sldMk cId="2817264075" sldId="290"/>
            <ac:spMk id="11" creationId="{AFA168D8-7038-26ED-9F6C-1169B87E232F}"/>
          </ac:spMkLst>
        </pc:spChg>
        <pc:spChg chg="add mod">
          <ac:chgData name="Guest User" userId="S::urn:spo:tenantanon#e8911c26-cf9f-4a9c-878e-527807be8791::" providerId="AD" clId="Web-{00000000-0000-0000-0000-000000000000}" dt="2026-09-09T00:11:21.850" v="2410" actId="1076"/>
          <ac:spMkLst>
            <pc:docMk/>
            <pc:sldMk cId="2817264075" sldId="290"/>
            <ac:spMk id="13" creationId="{53F4658A-C0F9-7C2C-12CA-535396460ADB}"/>
          </ac:spMkLst>
        </pc:spChg>
        <pc:spChg chg="mod">
          <ac:chgData name="Guest User" userId="S::urn:spo:tenantanon#e8911c26-cf9f-4a9c-878e-527807be8791::" providerId="AD" clId="Web-{00000000-0000-0000-0000-000000000000}" dt="2026-09-08T23:57:44.144" v="2310" actId="1076"/>
          <ac:spMkLst>
            <pc:docMk/>
            <pc:sldMk cId="2817264075" sldId="290"/>
            <ac:spMk id="17" creationId="{E5147A8F-8127-F84D-A577-90DABA1AFF73}"/>
          </ac:spMkLst>
        </pc:spChg>
        <pc:spChg chg="add mod">
          <ac:chgData name="Guest User" userId="S::urn:spo:tenantanon#e8911c26-cf9f-4a9c-878e-527807be8791::" providerId="AD" clId="Web-{00000000-0000-0000-0000-000000000000}" dt="2026-09-09T00:17:06.151" v="2418"/>
          <ac:spMkLst>
            <pc:docMk/>
            <pc:sldMk cId="2817264075" sldId="290"/>
            <ac:spMk id="18" creationId="{2CFD3B5D-7246-5D1F-3EAC-532BDC996255}"/>
          </ac:spMkLst>
        </pc:spChg>
        <pc:spChg chg="mod">
          <ac:chgData name="Guest User" userId="S::urn:spo:tenantanon#e8911c26-cf9f-4a9c-878e-527807be8791::" providerId="AD" clId="Web-{00000000-0000-0000-0000-000000000000}" dt="2026-09-08T23:57:49.770" v="2311" actId="1076"/>
          <ac:spMkLst>
            <pc:docMk/>
            <pc:sldMk cId="2817264075" sldId="290"/>
            <ac:spMk id="19" creationId="{B82B40E7-2F6D-E52B-2D7A-29508D9C4530}"/>
          </ac:spMkLst>
        </pc:spChg>
        <pc:spChg chg="add mod">
          <ac:chgData name="Guest User" userId="S::urn:spo:tenantanon#e8911c26-cf9f-4a9c-878e-527807be8791::" providerId="AD" clId="Web-{00000000-0000-0000-0000-000000000000}" dt="2026-09-09T00:49:48.783" v="2632" actId="20577"/>
          <ac:spMkLst>
            <pc:docMk/>
            <pc:sldMk cId="2817264075" sldId="290"/>
            <ac:spMk id="20" creationId="{A5BB005B-4BE2-B0F5-B854-E743C3DE6FB8}"/>
          </ac:spMkLst>
        </pc:spChg>
        <pc:grpChg chg="add mod">
          <ac:chgData name="Guest User" userId="S::urn:spo:tenantanon#e8911c26-cf9f-4a9c-878e-527807be8791::" providerId="AD" clId="Web-{00000000-0000-0000-0000-000000000000}" dt="2026-09-09T00:12:57.921" v="2414" actId="1076"/>
          <ac:grpSpMkLst>
            <pc:docMk/>
            <pc:sldMk cId="2817264075" sldId="290"/>
            <ac:grpSpMk id="10" creationId="{FFA79CDC-3C3F-9CF2-3576-885F33D116DE}"/>
          </ac:grpSpMkLst>
        </pc:grpChg>
        <pc:graphicFrameChg chg="mod modGraphic">
          <ac:chgData name="Guest User" userId="S::urn:spo:tenantanon#e8911c26-cf9f-4a9c-878e-527807be8791::" providerId="AD" clId="Web-{00000000-0000-0000-0000-000000000000}" dt="2026-09-09T00:35:26.453" v="2458"/>
          <ac:graphicFrameMkLst>
            <pc:docMk/>
            <pc:sldMk cId="2817264075" sldId="290"/>
            <ac:graphicFrameMk id="5" creationId="{FEE0BF5E-A929-D4B9-6210-43DACD9D00BE}"/>
          </ac:graphicFrameMkLst>
        </pc:graphicFrameChg>
      </pc:sldChg>
      <pc:sldChg chg="addSp delSp modSp addAnim delAnim modAnim">
        <pc:chgData name="Guest User" userId="S::urn:spo:tenantanon#e8911c26-cf9f-4a9c-878e-527807be8791::" providerId="AD" clId="Web-{00000000-0000-0000-0000-000000000000}" dt="2026-09-09T00:53:50.973" v="2667"/>
        <pc:sldMkLst>
          <pc:docMk/>
          <pc:sldMk cId="2180912876" sldId="293"/>
        </pc:sldMkLst>
        <pc:spChg chg="add mod">
          <ac:chgData name="Guest User" userId="S::urn:spo:tenantanon#e8911c26-cf9f-4a9c-878e-527807be8791::" providerId="AD" clId="Web-{00000000-0000-0000-0000-000000000000}" dt="2026-09-06T09:54:46.967" v="217" actId="20577"/>
          <ac:spMkLst>
            <pc:docMk/>
            <pc:sldMk cId="2180912876" sldId="293"/>
            <ac:spMk id="2" creationId="{A63B2D99-B9B5-6F02-8611-650D5298F882}"/>
          </ac:spMkLst>
        </pc:spChg>
        <pc:spChg chg="add mod">
          <ac:chgData name="Guest User" userId="S::urn:spo:tenantanon#e8911c26-cf9f-4a9c-878e-527807be8791::" providerId="AD" clId="Web-{00000000-0000-0000-0000-000000000000}" dt="2026-09-06T10:52:23.369" v="1203" actId="20577"/>
          <ac:spMkLst>
            <pc:docMk/>
            <pc:sldMk cId="2180912876" sldId="293"/>
            <ac:spMk id="3" creationId="{E33A078F-1459-DBB1-4FBF-904ACF20F4F7}"/>
          </ac:spMkLst>
        </pc:spChg>
        <pc:spChg chg="mod">
          <ac:chgData name="Guest User" userId="S::urn:spo:tenantanon#e8911c26-cf9f-4a9c-878e-527807be8791::" providerId="AD" clId="Web-{00000000-0000-0000-0000-000000000000}" dt="2026-09-08T23:52:46.110" v="2187" actId="20577"/>
          <ac:spMkLst>
            <pc:docMk/>
            <pc:sldMk cId="2180912876" sldId="293"/>
            <ac:spMk id="4" creationId="{DA17A335-F134-E074-55A5-15A8C1D179E7}"/>
          </ac:spMkLst>
        </pc:spChg>
        <pc:spChg chg="add mod">
          <ac:chgData name="Guest User" userId="S::urn:spo:tenantanon#e8911c26-cf9f-4a9c-878e-527807be8791::" providerId="AD" clId="Web-{00000000-0000-0000-0000-000000000000}" dt="2026-09-09T00:49:18.674" v="2627" actId="14100"/>
          <ac:spMkLst>
            <pc:docMk/>
            <pc:sldMk cId="2180912876" sldId="293"/>
            <ac:spMk id="6" creationId="{8C43BFA1-0DD4-D236-8798-6770EB09E5B1}"/>
          </ac:spMkLst>
        </pc:spChg>
        <pc:spChg chg="add mod">
          <ac:chgData name="Guest User" userId="S::urn:spo:tenantanon#e8911c26-cf9f-4a9c-878e-527807be8791::" providerId="AD" clId="Web-{00000000-0000-0000-0000-000000000000}" dt="2026-09-06T10:50:52.210" v="1174" actId="20577"/>
          <ac:spMkLst>
            <pc:docMk/>
            <pc:sldMk cId="2180912876" sldId="293"/>
            <ac:spMk id="7" creationId="{E9E40B68-C619-6D7C-CF3B-9AE28441245C}"/>
          </ac:spMkLst>
        </pc:spChg>
        <pc:spChg chg="add mod">
          <ac:chgData name="Guest User" userId="S::urn:spo:tenantanon#e8911c26-cf9f-4a9c-878e-527807be8791::" providerId="AD" clId="Web-{00000000-0000-0000-0000-000000000000}" dt="2026-09-06T10:40:08.553" v="1100" actId="20577"/>
          <ac:spMkLst>
            <pc:docMk/>
            <pc:sldMk cId="2180912876" sldId="293"/>
            <ac:spMk id="8" creationId="{4D4BA7DC-3215-CDF2-C3B4-44844C5952E4}"/>
          </ac:spMkLst>
        </pc:spChg>
        <pc:spChg chg="add del">
          <ac:chgData name="Guest User" userId="S::urn:spo:tenantanon#e8911c26-cf9f-4a9c-878e-527807be8791::" providerId="AD" clId="Web-{00000000-0000-0000-0000-000000000000}" dt="2026-09-09T00:49:28.440" v="2629"/>
          <ac:spMkLst>
            <pc:docMk/>
            <pc:sldMk cId="2180912876" sldId="293"/>
            <ac:spMk id="20" creationId="{2A7D221D-4E6D-156F-4925-893E9BB2C364}"/>
          </ac:spMkLst>
        </pc:spChg>
        <pc:spChg chg="mod">
          <ac:chgData name="Guest User" userId="S::urn:spo:tenantanon#e8911c26-cf9f-4a9c-878e-527807be8791::" providerId="AD" clId="Web-{00000000-0000-0000-0000-000000000000}" dt="2026-09-06T10:51:21.039" v="1191" actId="1076"/>
          <ac:spMkLst>
            <pc:docMk/>
            <pc:sldMk cId="2180912876" sldId="293"/>
            <ac:spMk id="35" creationId="{211D28F1-8064-7F2F-688A-84299B00915C}"/>
          </ac:spMkLst>
        </pc:spChg>
        <pc:spChg chg="mod">
          <ac:chgData name="Guest User" userId="S::urn:spo:tenantanon#e8911c26-cf9f-4a9c-878e-527807be8791::" providerId="AD" clId="Web-{00000000-0000-0000-0000-000000000000}" dt="2026-09-06T10:51:28.133" v="1192" actId="1076"/>
          <ac:spMkLst>
            <pc:docMk/>
            <pc:sldMk cId="2180912876" sldId="293"/>
            <ac:spMk id="60" creationId="{F0B18E8D-B0C1-AF37-A85D-FEB30FAFFF6C}"/>
          </ac:spMkLst>
        </pc:spChg>
      </pc:sldChg>
      <pc:sldChg chg="addSp delSp modSp addAnim delAnim modAnim">
        <pc:chgData name="Guest User" userId="S::urn:spo:tenantanon#e8911c26-cf9f-4a9c-878e-527807be8791::" providerId="AD" clId="Web-{00000000-0000-0000-0000-000000000000}" dt="2026-09-09T01:02:45.905" v="2727"/>
        <pc:sldMkLst>
          <pc:docMk/>
          <pc:sldMk cId="1740181604" sldId="294"/>
        </pc:sldMkLst>
        <pc:spChg chg="mod">
          <ac:chgData name="Guest User" userId="S::urn:spo:tenantanon#e8911c26-cf9f-4a9c-878e-527807be8791::" providerId="AD" clId="Web-{00000000-0000-0000-0000-000000000000}" dt="2026-09-09T01:01:12.276" v="2712" actId="1076"/>
          <ac:spMkLst>
            <pc:docMk/>
            <pc:sldMk cId="1740181604" sldId="294"/>
            <ac:spMk id="15" creationId="{EE96835A-6F77-624E-5F22-0DB17346DEA7}"/>
          </ac:spMkLst>
        </pc:spChg>
        <pc:spChg chg="add del mod">
          <ac:chgData name="Guest User" userId="S::urn:spo:tenantanon#e8911c26-cf9f-4a9c-878e-527807be8791::" providerId="AD" clId="Web-{00000000-0000-0000-0000-000000000000}" dt="2026-09-09T01:01:00.057" v="2709"/>
          <ac:spMkLst>
            <pc:docMk/>
            <pc:sldMk cId="1740181604" sldId="294"/>
            <ac:spMk id="23" creationId="{0F9F10B9-EC2D-83D1-BF45-DD3503CA5AD1}"/>
          </ac:spMkLst>
        </pc:spChg>
        <pc:cxnChg chg="mod">
          <ac:chgData name="Guest User" userId="S::urn:spo:tenantanon#e8911c26-cf9f-4a9c-878e-527807be8791::" providerId="AD" clId="Web-{00000000-0000-0000-0000-000000000000}" dt="2026-09-09T01:01:12.276" v="2712" actId="1076"/>
          <ac:cxnSpMkLst>
            <pc:docMk/>
            <pc:sldMk cId="1740181604" sldId="294"/>
            <ac:cxnSpMk id="16" creationId="{510A4730-53D8-5458-F2B9-B73E3C48D6BC}"/>
          </ac:cxnSpMkLst>
        </pc:cxnChg>
      </pc:sldChg>
      <pc:sldChg chg="addSp delSp modSp modTransition">
        <pc:chgData name="Guest User" userId="S::urn:spo:tenantanon#e8911c26-cf9f-4a9c-878e-527807be8791::" providerId="AD" clId="Web-{00000000-0000-0000-0000-000000000000}" dt="2026-09-09T00:49:36.783" v="2631" actId="1076"/>
        <pc:sldMkLst>
          <pc:docMk/>
          <pc:sldMk cId="1393578192" sldId="295"/>
        </pc:sldMkLst>
        <pc:spChg chg="add mod">
          <ac:chgData name="Guest User" userId="S::urn:spo:tenantanon#e8911c26-cf9f-4a9c-878e-527807be8791::" providerId="AD" clId="Web-{00000000-0000-0000-0000-000000000000}" dt="2026-09-06T11:09:17.754" v="1532" actId="20577"/>
          <ac:spMkLst>
            <pc:docMk/>
            <pc:sldMk cId="1393578192" sldId="295"/>
            <ac:spMk id="2" creationId="{280102A3-F603-68C7-49F3-98F0102836C0}"/>
          </ac:spMkLst>
        </pc:spChg>
        <pc:spChg chg="mod">
          <ac:chgData name="Guest User" userId="S::urn:spo:tenantanon#e8911c26-cf9f-4a9c-878e-527807be8791::" providerId="AD" clId="Web-{00000000-0000-0000-0000-000000000000}" dt="2026-09-08T23:53:06.313" v="2206" actId="20577"/>
          <ac:spMkLst>
            <pc:docMk/>
            <pc:sldMk cId="1393578192" sldId="295"/>
            <ac:spMk id="4" creationId="{766F7908-5A9F-0A86-586B-FCBF6BC9387F}"/>
          </ac:spMkLst>
        </pc:spChg>
        <pc:spChg chg="add mod">
          <ac:chgData name="Guest User" userId="S::urn:spo:tenantanon#e8911c26-cf9f-4a9c-878e-527807be8791::" providerId="AD" clId="Web-{00000000-0000-0000-0000-000000000000}" dt="2026-09-06T10:56:00.827" v="1319" actId="20577"/>
          <ac:spMkLst>
            <pc:docMk/>
            <pc:sldMk cId="1393578192" sldId="295"/>
            <ac:spMk id="5" creationId="{D15643B4-09B3-2124-B345-53BB4689E1AF}"/>
          </ac:spMkLst>
        </pc:spChg>
        <pc:spChg chg="add mod">
          <ac:chgData name="Guest User" userId="S::urn:spo:tenantanon#e8911c26-cf9f-4a9c-878e-527807be8791::" providerId="AD" clId="Web-{00000000-0000-0000-0000-000000000000}" dt="2026-09-06T10:57:48.690" v="1436" actId="20577"/>
          <ac:spMkLst>
            <pc:docMk/>
            <pc:sldMk cId="1393578192" sldId="295"/>
            <ac:spMk id="8" creationId="{635920CC-19CB-1D02-ED1A-BF1BCC17FCE8}"/>
          </ac:spMkLst>
        </pc:spChg>
        <pc:spChg chg="add mod">
          <ac:chgData name="Guest User" userId="S::urn:spo:tenantanon#e8911c26-cf9f-4a9c-878e-527807be8791::" providerId="AD" clId="Web-{00000000-0000-0000-0000-000000000000}" dt="2026-09-09T00:49:36.783" v="2631" actId="1076"/>
          <ac:spMkLst>
            <pc:docMk/>
            <pc:sldMk cId="1393578192" sldId="295"/>
            <ac:spMk id="9" creationId="{920BB8AF-8A34-C3B7-58C2-CF1082CD6D2B}"/>
          </ac:spMkLst>
        </pc:spChg>
        <pc:spChg chg="add mod">
          <ac:chgData name="Guest User" userId="S::urn:spo:tenantanon#e8911c26-cf9f-4a9c-878e-527807be8791::" providerId="AD" clId="Web-{00000000-0000-0000-0000-000000000000}" dt="2026-09-06T12:07:43.407" v="2051" actId="20577"/>
          <ac:spMkLst>
            <pc:docMk/>
            <pc:sldMk cId="1393578192" sldId="295"/>
            <ac:spMk id="10" creationId="{116A5185-0945-C644-1565-AE0AE048A05E}"/>
          </ac:spMkLst>
        </pc:spChg>
        <pc:spChg chg="add mod">
          <ac:chgData name="Guest User" userId="S::urn:spo:tenantanon#e8911c26-cf9f-4a9c-878e-527807be8791::" providerId="AD" clId="Web-{00000000-0000-0000-0000-000000000000}" dt="2026-09-06T11:44:50.262" v="1758" actId="1076"/>
          <ac:spMkLst>
            <pc:docMk/>
            <pc:sldMk cId="1393578192" sldId="295"/>
            <ac:spMk id="11" creationId="{5B80B244-466B-DAD1-CC5A-B98F9DA90BE5}"/>
          </ac:spMkLst>
        </pc:spChg>
        <pc:spChg chg="add mod">
          <ac:chgData name="Guest User" userId="S::urn:spo:tenantanon#e8911c26-cf9f-4a9c-878e-527807be8791::" providerId="AD" clId="Web-{00000000-0000-0000-0000-000000000000}" dt="2026-09-06T11:58:21.345" v="1966" actId="20577"/>
          <ac:spMkLst>
            <pc:docMk/>
            <pc:sldMk cId="1393578192" sldId="295"/>
            <ac:spMk id="13" creationId="{4AF63D23-811D-8980-D726-47CF842B76BE}"/>
          </ac:spMkLst>
        </pc:spChg>
        <pc:spChg chg="mod">
          <ac:chgData name="Guest User" userId="S::urn:spo:tenantanon#e8911c26-cf9f-4a9c-878e-527807be8791::" providerId="AD" clId="Web-{00000000-0000-0000-0000-000000000000}" dt="2026-09-06T12:16:06.333" v="2117" actId="1076"/>
          <ac:spMkLst>
            <pc:docMk/>
            <pc:sldMk cId="1393578192" sldId="295"/>
            <ac:spMk id="45" creationId="{6FC2ED99-BD72-BD49-24A0-9F45551EDAB2}"/>
          </ac:spMkLst>
        </pc:spChg>
        <pc:spChg chg="mod">
          <ac:chgData name="Guest User" userId="S::urn:spo:tenantanon#e8911c26-cf9f-4a9c-878e-527807be8791::" providerId="AD" clId="Web-{00000000-0000-0000-0000-000000000000}" dt="2026-09-06T12:16:06.348" v="2118" actId="1076"/>
          <ac:spMkLst>
            <pc:docMk/>
            <pc:sldMk cId="1393578192" sldId="295"/>
            <ac:spMk id="55" creationId="{7170A643-BDF7-4A00-E992-5E7B34AB6AE9}"/>
          </ac:spMkLst>
        </pc:spChg>
      </pc:sldChg>
      <pc:sldChg chg="modSp">
        <pc:chgData name="Guest User" userId="S::urn:spo:tenantanon#e8911c26-cf9f-4a9c-878e-527807be8791::" providerId="AD" clId="Web-{00000000-0000-0000-0000-000000000000}" dt="2026-09-09T01:59:34.426" v="3246" actId="20577"/>
        <pc:sldMkLst>
          <pc:docMk/>
          <pc:sldMk cId="3225717458" sldId="317"/>
        </pc:sldMkLst>
        <pc:spChg chg="mod">
          <ac:chgData name="Guest User" userId="S::urn:spo:tenantanon#e8911c26-cf9f-4a9c-878e-527807be8791::" providerId="AD" clId="Web-{00000000-0000-0000-0000-000000000000}" dt="2026-09-09T01:57:16.296" v="3156" actId="1076"/>
          <ac:spMkLst>
            <pc:docMk/>
            <pc:sldMk cId="3225717458" sldId="317"/>
            <ac:spMk id="30" creationId="{E920C9EE-F491-2CEA-3A17-B8D74FCDC24D}"/>
          </ac:spMkLst>
        </pc:spChg>
        <pc:spChg chg="mod">
          <ac:chgData name="Guest User" userId="S::urn:spo:tenantanon#e8911c26-cf9f-4a9c-878e-527807be8791::" providerId="AD" clId="Web-{00000000-0000-0000-0000-000000000000}" dt="2026-09-09T01:59:34.426" v="3246" actId="20577"/>
          <ac:spMkLst>
            <pc:docMk/>
            <pc:sldMk cId="3225717458" sldId="317"/>
            <ac:spMk id="31" creationId="{A75214D0-7E05-0881-55FA-35065C04837D}"/>
          </ac:spMkLst>
        </pc:spChg>
      </pc:sldChg>
      <pc:sldChg chg="modSp">
        <pc:chgData name="Guest User" userId="S::urn:spo:tenantanon#e8911c26-cf9f-4a9c-878e-527807be8791::" providerId="AD" clId="Web-{00000000-0000-0000-0000-000000000000}" dt="2026-09-09T00:01:49.178" v="2374"/>
        <pc:sldMkLst>
          <pc:docMk/>
          <pc:sldMk cId="241660292" sldId="336"/>
        </pc:sldMkLst>
        <pc:spChg chg="mod">
          <ac:chgData name="Guest User" userId="S::urn:spo:tenantanon#e8911c26-cf9f-4a9c-878e-527807be8791::" providerId="AD" clId="Web-{00000000-0000-0000-0000-000000000000}" dt="2026-09-08T23:59:12.177" v="2347" actId="20577"/>
          <ac:spMkLst>
            <pc:docMk/>
            <pc:sldMk cId="241660292" sldId="336"/>
            <ac:spMk id="2" creationId="{002A2099-2231-3C20-C36F-A4DFB7799C27}"/>
          </ac:spMkLst>
        </pc:spChg>
        <pc:spChg chg="mod">
          <ac:chgData name="Guest User" userId="S::urn:spo:tenantanon#e8911c26-cf9f-4a9c-878e-527807be8791::" providerId="AD" clId="Web-{00000000-0000-0000-0000-000000000000}" dt="2026-09-08T23:56:11.628" v="2260" actId="20577"/>
          <ac:spMkLst>
            <pc:docMk/>
            <pc:sldMk cId="241660292" sldId="336"/>
            <ac:spMk id="4" creationId="{C95615A0-7596-681B-21FE-E437358DA92A}"/>
          </ac:spMkLst>
        </pc:spChg>
        <pc:spChg chg="mod">
          <ac:chgData name="Guest User" userId="S::urn:spo:tenantanon#e8911c26-cf9f-4a9c-878e-527807be8791::" providerId="AD" clId="Web-{00000000-0000-0000-0000-000000000000}" dt="2026-09-09T00:01:23.053" v="2368"/>
          <ac:spMkLst>
            <pc:docMk/>
            <pc:sldMk cId="241660292" sldId="336"/>
            <ac:spMk id="12" creationId="{F467B6B7-5A1C-A439-7D22-369DEFB38815}"/>
          </ac:spMkLst>
        </pc:spChg>
        <pc:spChg chg="mod">
          <ac:chgData name="Guest User" userId="S::urn:spo:tenantanon#e8911c26-cf9f-4a9c-878e-527807be8791::" providerId="AD" clId="Web-{00000000-0000-0000-0000-000000000000}" dt="2026-09-09T00:00:34.881" v="2364"/>
          <ac:spMkLst>
            <pc:docMk/>
            <pc:sldMk cId="241660292" sldId="336"/>
            <ac:spMk id="13" creationId="{53ECEAAF-00FB-16AD-C10E-CE462B6A5D3B}"/>
          </ac:spMkLst>
        </pc:spChg>
        <pc:spChg chg="mod">
          <ac:chgData name="Guest User" userId="S::urn:spo:tenantanon#e8911c26-cf9f-4a9c-878e-527807be8791::" providerId="AD" clId="Web-{00000000-0000-0000-0000-000000000000}" dt="2026-09-09T00:01:00.615" v="2366"/>
          <ac:spMkLst>
            <pc:docMk/>
            <pc:sldMk cId="241660292" sldId="336"/>
            <ac:spMk id="16" creationId="{5319286A-72C1-BAB3-B6E5-DBD56E4EA183}"/>
          </ac:spMkLst>
        </pc:spChg>
        <pc:spChg chg="mod">
          <ac:chgData name="Guest User" userId="S::urn:spo:tenantanon#e8911c26-cf9f-4a9c-878e-527807be8791::" providerId="AD" clId="Web-{00000000-0000-0000-0000-000000000000}" dt="2026-09-09T00:00:06.162" v="2355"/>
          <ac:spMkLst>
            <pc:docMk/>
            <pc:sldMk cId="241660292" sldId="336"/>
            <ac:spMk id="17" creationId="{726B1227-2CD8-31C1-C810-FAC570D1CFFF}"/>
          </ac:spMkLst>
        </pc:spChg>
        <pc:spChg chg="mod">
          <ac:chgData name="Guest User" userId="S::urn:spo:tenantanon#e8911c26-cf9f-4a9c-878e-527807be8791::" providerId="AD" clId="Web-{00000000-0000-0000-0000-000000000000}" dt="2026-09-09T00:01:35.022" v="2370"/>
          <ac:spMkLst>
            <pc:docMk/>
            <pc:sldMk cId="241660292" sldId="336"/>
            <ac:spMk id="20" creationId="{AF65C886-67DD-02E8-F4AB-C5D460EAF733}"/>
          </ac:spMkLst>
        </pc:spChg>
        <pc:spChg chg="mod">
          <ac:chgData name="Guest User" userId="S::urn:spo:tenantanon#e8911c26-cf9f-4a9c-878e-527807be8791::" providerId="AD" clId="Web-{00000000-0000-0000-0000-000000000000}" dt="2026-09-09T00:01:40.678" v="2372"/>
          <ac:spMkLst>
            <pc:docMk/>
            <pc:sldMk cId="241660292" sldId="336"/>
            <ac:spMk id="24" creationId="{E278394B-D398-BEF5-1698-1D56815A5053}"/>
          </ac:spMkLst>
        </pc:spChg>
        <pc:spChg chg="mod">
          <ac:chgData name="Guest User" userId="S::urn:spo:tenantanon#e8911c26-cf9f-4a9c-878e-527807be8791::" providerId="AD" clId="Web-{00000000-0000-0000-0000-000000000000}" dt="2026-09-09T00:01:49.178" v="2374"/>
          <ac:spMkLst>
            <pc:docMk/>
            <pc:sldMk cId="241660292" sldId="336"/>
            <ac:spMk id="28" creationId="{A03570EB-DE78-ED9E-FC01-741F56DD2EB9}"/>
          </ac:spMkLst>
        </pc:spChg>
        <pc:spChg chg="mod">
          <ac:chgData name="Guest User" userId="S::urn:spo:tenantanon#e8911c26-cf9f-4a9c-878e-527807be8791::" providerId="AD" clId="Web-{00000000-0000-0000-0000-000000000000}" dt="2026-09-08T23:59:39.521" v="2350" actId="20577"/>
          <ac:spMkLst>
            <pc:docMk/>
            <pc:sldMk cId="241660292" sldId="336"/>
            <ac:spMk id="44" creationId="{B451E603-D375-F3D0-0B8D-E41A7641FFBA}"/>
          </ac:spMkLst>
        </pc:spChg>
      </pc:sldChg>
      <pc:sldChg chg="add del replId">
        <pc:chgData name="Guest User" userId="S::urn:spo:tenantanon#e8911c26-cf9f-4a9c-878e-527807be8791::" providerId="AD" clId="Web-{00000000-0000-0000-0000-000000000000}" dt="2026-09-09T00:10:25.740" v="2400"/>
        <pc:sldMkLst>
          <pc:docMk/>
          <pc:sldMk cId="4257308140" sldId="349"/>
        </pc:sldMkLst>
      </pc:sldChg>
    </pc:docChg>
  </pc:docChgLst>
  <pc:docChgLst>
    <pc:chgData name="Guest User" userId="S::urn:spo:tenantanon#e8911c26-cf9f-4a9c-878e-527807be8791::" providerId="AD" clId="Web-{1A684F11-6028-D69F-75C6-53EDB61A7650}"/>
    <pc:docChg chg="addSld delSld modSld modSection">
      <pc:chgData name="Guest User" userId="S::urn:spo:tenantanon#e8911c26-cf9f-4a9c-878e-527807be8791::" providerId="AD" clId="Web-{1A684F11-6028-D69F-75C6-53EDB61A7650}" dt="2026-09-09T00:57:40.425" v="1607" actId="20577"/>
      <pc:docMkLst>
        <pc:docMk/>
      </pc:docMkLst>
      <pc:sldChg chg="addSp delSp modSp del">
        <pc:chgData name="Guest User" userId="S::urn:spo:tenantanon#e8911c26-cf9f-4a9c-878e-527807be8791::" providerId="AD" clId="Web-{1A684F11-6028-D69F-75C6-53EDB61A7650}" dt="2026-09-09T00:26:33.596" v="835"/>
        <pc:sldMkLst>
          <pc:docMk/>
          <pc:sldMk cId="876466302" sldId="288"/>
        </pc:sldMkLst>
      </pc:sldChg>
      <pc:sldChg chg="modSp">
        <pc:chgData name="Guest User" userId="S::urn:spo:tenantanon#e8911c26-cf9f-4a9c-878e-527807be8791::" providerId="AD" clId="Web-{1A684F11-6028-D69F-75C6-53EDB61A7650}" dt="2026-09-08T23:51:26.907" v="504"/>
        <pc:sldMkLst>
          <pc:docMk/>
          <pc:sldMk cId="2817264075" sldId="290"/>
        </pc:sldMkLst>
        <pc:graphicFrameChg chg="mod modGraphic">
          <ac:chgData name="Guest User" userId="S::urn:spo:tenantanon#e8911c26-cf9f-4a9c-878e-527807be8791::" providerId="AD" clId="Web-{1A684F11-6028-D69F-75C6-53EDB61A7650}" dt="2026-09-08T23:51:26.907" v="504"/>
          <ac:graphicFrameMkLst>
            <pc:docMk/>
            <pc:sldMk cId="2817264075" sldId="290"/>
            <ac:graphicFrameMk id="5" creationId="{FEE0BF5E-A929-D4B9-6210-43DACD9D00BE}"/>
          </ac:graphicFrameMkLst>
        </pc:graphicFrameChg>
      </pc:sldChg>
      <pc:sldChg chg="addSp modSp add del replId modTransition">
        <pc:chgData name="Guest User" userId="S::urn:spo:tenantanon#e8911c26-cf9f-4a9c-878e-527807be8791::" providerId="AD" clId="Web-{1A684F11-6028-D69F-75C6-53EDB61A7650}" dt="2026-09-09T00:48:41.034" v="1578"/>
        <pc:sldMkLst>
          <pc:docMk/>
          <pc:sldMk cId="3684091139" sldId="346"/>
        </pc:sldMkLst>
      </pc:sldChg>
      <pc:sldChg chg="addSp delSp modSp add replId addAnim delAnim modAnim">
        <pc:chgData name="Guest User" userId="S::urn:spo:tenantanon#e8911c26-cf9f-4a9c-878e-527807be8791::" providerId="AD" clId="Web-{1A684F11-6028-D69F-75C6-53EDB61A7650}" dt="2026-09-09T00:52:23.800" v="1599"/>
        <pc:sldMkLst>
          <pc:docMk/>
          <pc:sldMk cId="3565492159" sldId="348"/>
        </pc:sldMkLst>
        <pc:spChg chg="del mod">
          <ac:chgData name="Guest User" userId="S::urn:spo:tenantanon#e8911c26-cf9f-4a9c-878e-527807be8791::" providerId="AD" clId="Web-{1A684F11-6028-D69F-75C6-53EDB61A7650}" dt="2026-09-09T00:33:52.299" v="1132"/>
          <ac:spMkLst>
            <pc:docMk/>
            <pc:sldMk cId="3565492159" sldId="348"/>
            <ac:spMk id="2" creationId="{5FDDD745-61A7-7C3E-55B3-CC80137BC194}"/>
          </ac:spMkLst>
        </pc:spChg>
        <pc:spChg chg="del mod">
          <ac:chgData name="Guest User" userId="S::urn:spo:tenantanon#e8911c26-cf9f-4a9c-878e-527807be8791::" providerId="AD" clId="Web-{1A684F11-6028-D69F-75C6-53EDB61A7650}" dt="2026-09-09T00:11:05.595" v="619"/>
          <ac:spMkLst>
            <pc:docMk/>
            <pc:sldMk cId="3565492159" sldId="348"/>
            <ac:spMk id="3" creationId="{945DB25F-3EC5-1DB6-8A4B-D4E036A53976}"/>
          </ac:spMkLst>
        </pc:spChg>
        <pc:spChg chg="del mod">
          <ac:chgData name="Guest User" userId="S::urn:spo:tenantanon#e8911c26-cf9f-4a9c-878e-527807be8791::" providerId="AD" clId="Web-{1A684F11-6028-D69F-75C6-53EDB61A7650}" dt="2026-09-09T00:12:41.955" v="637"/>
          <ac:spMkLst>
            <pc:docMk/>
            <pc:sldMk cId="3565492159" sldId="348"/>
            <ac:spMk id="5" creationId="{4F521476-C7A8-0474-51E8-0BB791F80C46}"/>
          </ac:spMkLst>
        </pc:spChg>
        <pc:spChg chg="add mod">
          <ac:chgData name="Guest User" userId="S::urn:spo:tenantanon#e8911c26-cf9f-4a9c-878e-527807be8791::" providerId="AD" clId="Web-{1A684F11-6028-D69F-75C6-53EDB61A7650}" dt="2026-09-09T00:33:58.174" v="1135" actId="1076"/>
          <ac:spMkLst>
            <pc:docMk/>
            <pc:sldMk cId="3565492159" sldId="348"/>
            <ac:spMk id="5" creationId="{F1387FCE-0D93-EB86-4873-0D495A3B32CD}"/>
          </ac:spMkLst>
        </pc:spChg>
        <pc:spChg chg="del mod">
          <ac:chgData name="Guest User" userId="S::urn:spo:tenantanon#e8911c26-cf9f-4a9c-878e-527807be8791::" providerId="AD" clId="Web-{1A684F11-6028-D69F-75C6-53EDB61A7650}" dt="2026-09-09T00:18:34.580" v="818"/>
          <ac:spMkLst>
            <pc:docMk/>
            <pc:sldMk cId="3565492159" sldId="348"/>
            <ac:spMk id="6" creationId="{777AEFE7-28C2-8D0D-A371-77A1FD4D0ADD}"/>
          </ac:spMkLst>
        </pc:spChg>
        <pc:spChg chg="del mod">
          <ac:chgData name="Guest User" userId="S::urn:spo:tenantanon#e8911c26-cf9f-4a9c-878e-527807be8791::" providerId="AD" clId="Web-{1A684F11-6028-D69F-75C6-53EDB61A7650}" dt="2026-09-09T00:18:29.455" v="816"/>
          <ac:spMkLst>
            <pc:docMk/>
            <pc:sldMk cId="3565492159" sldId="348"/>
            <ac:spMk id="7" creationId="{32B17A9F-86CA-F815-3701-7432188F8569}"/>
          </ac:spMkLst>
        </pc:spChg>
        <pc:spChg chg="add mod">
          <ac:chgData name="Guest User" userId="S::urn:spo:tenantanon#e8911c26-cf9f-4a9c-878e-527807be8791::" providerId="AD" clId="Web-{1A684F11-6028-D69F-75C6-53EDB61A7650}" dt="2026-09-09T00:48:41.409" v="1579" actId="20577"/>
          <ac:spMkLst>
            <pc:docMk/>
            <pc:sldMk cId="3565492159" sldId="348"/>
            <ac:spMk id="7" creationId="{7D98A3BF-9C92-8AE2-6ABC-619776400783}"/>
          </ac:spMkLst>
        </pc:spChg>
        <pc:spChg chg="del mod">
          <ac:chgData name="Guest User" userId="S::urn:spo:tenantanon#e8911c26-cf9f-4a9c-878e-527807be8791::" providerId="AD" clId="Web-{1A684F11-6028-D69F-75C6-53EDB61A7650}" dt="2026-09-09T00:18:37.142" v="820"/>
          <ac:spMkLst>
            <pc:docMk/>
            <pc:sldMk cId="3565492159" sldId="348"/>
            <ac:spMk id="8" creationId="{828EDA96-3EB6-B990-60AC-2AC188828F33}"/>
          </ac:spMkLst>
        </pc:spChg>
        <pc:spChg chg="add mod ord">
          <ac:chgData name="Guest User" userId="S::urn:spo:tenantanon#e8911c26-cf9f-4a9c-878e-527807be8791::" providerId="AD" clId="Web-{1A684F11-6028-D69F-75C6-53EDB61A7650}" dt="2026-09-09T00:36:02.721" v="1154" actId="20577"/>
          <ac:spMkLst>
            <pc:docMk/>
            <pc:sldMk cId="3565492159" sldId="348"/>
            <ac:spMk id="8" creationId="{CB832669-7342-989E-F8D8-F07F7D584C9C}"/>
          </ac:spMkLst>
        </pc:spChg>
        <pc:spChg chg="add mod ord">
          <ac:chgData name="Guest User" userId="S::urn:spo:tenantanon#e8911c26-cf9f-4a9c-878e-527807be8791::" providerId="AD" clId="Web-{1A684F11-6028-D69F-75C6-53EDB61A7650}" dt="2026-09-09T00:37:36.565" v="1170"/>
          <ac:spMkLst>
            <pc:docMk/>
            <pc:sldMk cId="3565492159" sldId="348"/>
            <ac:spMk id="9" creationId="{19CC4ABF-FFD4-0556-6EC5-0379D2487101}"/>
          </ac:spMkLst>
        </pc:spChg>
        <pc:spChg chg="del mod">
          <ac:chgData name="Guest User" userId="S::urn:spo:tenantanon#e8911c26-cf9f-4a9c-878e-527807be8791::" providerId="AD" clId="Web-{1A684F11-6028-D69F-75C6-53EDB61A7650}" dt="2026-09-09T00:18:35.674" v="819"/>
          <ac:spMkLst>
            <pc:docMk/>
            <pc:sldMk cId="3565492159" sldId="348"/>
            <ac:spMk id="9" creationId="{42CBC5AB-8E7E-24A1-38EB-B2A0110915E2}"/>
          </ac:spMkLst>
        </pc:spChg>
        <pc:spChg chg="add mod ord">
          <ac:chgData name="Guest User" userId="S::urn:spo:tenantanon#e8911c26-cf9f-4a9c-878e-527807be8791::" providerId="AD" clId="Web-{1A684F11-6028-D69F-75C6-53EDB61A7650}" dt="2026-09-09T00:38:02.956" v="1193"/>
          <ac:spMkLst>
            <pc:docMk/>
            <pc:sldMk cId="3565492159" sldId="348"/>
            <ac:spMk id="10" creationId="{184F3EF0-6E48-FF6C-4ECB-3A3EC97C10A9}"/>
          </ac:spMkLst>
        </pc:spChg>
        <pc:spChg chg="del">
          <ac:chgData name="Guest User" userId="S::urn:spo:tenantanon#e8911c26-cf9f-4a9c-878e-527807be8791::" providerId="AD" clId="Web-{1A684F11-6028-D69F-75C6-53EDB61A7650}" dt="2026-09-09T00:03:22.283" v="538"/>
          <ac:spMkLst>
            <pc:docMk/>
            <pc:sldMk cId="3565492159" sldId="348"/>
            <ac:spMk id="10" creationId="{3F0D4D16-7634-EDB4-73C4-15D0B9F192B9}"/>
          </ac:spMkLst>
        </pc:spChg>
        <pc:spChg chg="del">
          <ac:chgData name="Guest User" userId="S::urn:spo:tenantanon#e8911c26-cf9f-4a9c-878e-527807be8791::" providerId="AD" clId="Web-{1A684F11-6028-D69F-75C6-53EDB61A7650}" dt="2026-09-09T00:03:22.298" v="543"/>
          <ac:spMkLst>
            <pc:docMk/>
            <pc:sldMk cId="3565492159" sldId="348"/>
            <ac:spMk id="11" creationId="{3F0D96ED-FEF0-402D-C90F-A2337385B209}"/>
          </ac:spMkLst>
        </pc:spChg>
        <pc:spChg chg="add mod ord">
          <ac:chgData name="Guest User" userId="S::urn:spo:tenantanon#e8911c26-cf9f-4a9c-878e-527807be8791::" providerId="AD" clId="Web-{1A684F11-6028-D69F-75C6-53EDB61A7650}" dt="2026-09-09T00:41:51.925" v="1256" actId="1076"/>
          <ac:spMkLst>
            <pc:docMk/>
            <pc:sldMk cId="3565492159" sldId="348"/>
            <ac:spMk id="11" creationId="{D185FBC1-4A53-C951-A9FB-21E5A7BDF4BF}"/>
          </ac:spMkLst>
        </pc:spChg>
        <pc:spChg chg="add mod ord">
          <ac:chgData name="Guest User" userId="S::urn:spo:tenantanon#e8911c26-cf9f-4a9c-878e-527807be8791::" providerId="AD" clId="Web-{1A684F11-6028-D69F-75C6-53EDB61A7650}" dt="2026-09-09T00:39:11.268" v="1203"/>
          <ac:spMkLst>
            <pc:docMk/>
            <pc:sldMk cId="3565492159" sldId="348"/>
            <ac:spMk id="12" creationId="{5F2C9EA6-EBFA-104E-B1C8-6A2E0F92315D}"/>
          </ac:spMkLst>
        </pc:spChg>
        <pc:spChg chg="del">
          <ac:chgData name="Guest User" userId="S::urn:spo:tenantanon#e8911c26-cf9f-4a9c-878e-527807be8791::" providerId="AD" clId="Web-{1A684F11-6028-D69F-75C6-53EDB61A7650}" dt="2026-09-09T00:03:22.298" v="542"/>
          <ac:spMkLst>
            <pc:docMk/>
            <pc:sldMk cId="3565492159" sldId="348"/>
            <ac:spMk id="12" creationId="{E1BB786B-F924-74DD-82D8-168566A32A59}"/>
          </ac:spMkLst>
        </pc:spChg>
        <pc:spChg chg="del">
          <ac:chgData name="Guest User" userId="S::urn:spo:tenantanon#e8911c26-cf9f-4a9c-878e-527807be8791::" providerId="AD" clId="Web-{1A684F11-6028-D69F-75C6-53EDB61A7650}" dt="2026-09-09T00:03:22.298" v="541"/>
          <ac:spMkLst>
            <pc:docMk/>
            <pc:sldMk cId="3565492159" sldId="348"/>
            <ac:spMk id="13" creationId="{57B8E09C-D1ED-F421-7498-17E916492A0B}"/>
          </ac:spMkLst>
        </pc:spChg>
        <pc:spChg chg="add mod ord">
          <ac:chgData name="Guest User" userId="S::urn:spo:tenantanon#e8911c26-cf9f-4a9c-878e-527807be8791::" providerId="AD" clId="Web-{1A684F11-6028-D69F-75C6-53EDB61A7650}" dt="2026-09-09T00:40:25.237" v="1223"/>
          <ac:spMkLst>
            <pc:docMk/>
            <pc:sldMk cId="3565492159" sldId="348"/>
            <ac:spMk id="13" creationId="{EDE69793-0B63-845C-A205-C0B1433B8FED}"/>
          </ac:spMkLst>
        </pc:spChg>
        <pc:spChg chg="add mod ord">
          <ac:chgData name="Guest User" userId="S::urn:spo:tenantanon#e8911c26-cf9f-4a9c-878e-527807be8791::" providerId="AD" clId="Web-{1A684F11-6028-D69F-75C6-53EDB61A7650}" dt="2026-09-09T00:41:54.534" v="1257" actId="1076"/>
          <ac:spMkLst>
            <pc:docMk/>
            <pc:sldMk cId="3565492159" sldId="348"/>
            <ac:spMk id="14" creationId="{989E6298-21B5-58B2-D621-17DCBAECAFCA}"/>
          </ac:spMkLst>
        </pc:spChg>
        <pc:spChg chg="del">
          <ac:chgData name="Guest User" userId="S::urn:spo:tenantanon#e8911c26-cf9f-4a9c-878e-527807be8791::" providerId="AD" clId="Web-{1A684F11-6028-D69F-75C6-53EDB61A7650}" dt="2026-09-09T00:03:22.298" v="540"/>
          <ac:spMkLst>
            <pc:docMk/>
            <pc:sldMk cId="3565492159" sldId="348"/>
            <ac:spMk id="14" creationId="{BC38BDAB-89CF-E6D7-E026-C7A6AA603C1A}"/>
          </ac:spMkLst>
        </pc:spChg>
        <pc:spChg chg="del">
          <ac:chgData name="Guest User" userId="S::urn:spo:tenantanon#e8911c26-cf9f-4a9c-878e-527807be8791::" providerId="AD" clId="Web-{1A684F11-6028-D69F-75C6-53EDB61A7650}" dt="2026-09-09T00:03:22.283" v="537"/>
          <ac:spMkLst>
            <pc:docMk/>
            <pc:sldMk cId="3565492159" sldId="348"/>
            <ac:spMk id="15" creationId="{40542DF6-D7BF-D32B-8598-DDE93C3EEDE3}"/>
          </ac:spMkLst>
        </pc:spChg>
        <pc:spChg chg="add mod ord">
          <ac:chgData name="Guest User" userId="S::urn:spo:tenantanon#e8911c26-cf9f-4a9c-878e-527807be8791::" providerId="AD" clId="Web-{1A684F11-6028-D69F-75C6-53EDB61A7650}" dt="2026-09-09T00:40:25.315" v="1255"/>
          <ac:spMkLst>
            <pc:docMk/>
            <pc:sldMk cId="3565492159" sldId="348"/>
            <ac:spMk id="15" creationId="{46092013-4490-7DF1-EF89-4E9A7221866D}"/>
          </ac:spMkLst>
        </pc:spChg>
        <pc:spChg chg="del">
          <ac:chgData name="Guest User" userId="S::urn:spo:tenantanon#e8911c26-cf9f-4a9c-878e-527807be8791::" providerId="AD" clId="Web-{1A684F11-6028-D69F-75C6-53EDB61A7650}" dt="2026-09-09T00:03:22.298" v="539"/>
          <ac:spMkLst>
            <pc:docMk/>
            <pc:sldMk cId="3565492159" sldId="348"/>
            <ac:spMk id="16" creationId="{51B8CC04-5202-B8AD-45BA-A01771F70597}"/>
          </ac:spMkLst>
        </pc:spChg>
        <pc:spChg chg="del">
          <ac:chgData name="Guest User" userId="S::urn:spo:tenantanon#e8911c26-cf9f-4a9c-878e-527807be8791::" providerId="AD" clId="Web-{1A684F11-6028-D69F-75C6-53EDB61A7650}" dt="2026-09-09T00:03:22.283" v="536"/>
          <ac:spMkLst>
            <pc:docMk/>
            <pc:sldMk cId="3565492159" sldId="348"/>
            <ac:spMk id="17" creationId="{F2394348-25E2-8678-3DE3-7BCD7570EA8B}"/>
          </ac:spMkLst>
        </pc:spChg>
        <pc:spChg chg="del">
          <ac:chgData name="Guest User" userId="S::urn:spo:tenantanon#e8911c26-cf9f-4a9c-878e-527807be8791::" providerId="AD" clId="Web-{1A684F11-6028-D69F-75C6-53EDB61A7650}" dt="2026-09-09T00:03:22.283" v="535"/>
          <ac:spMkLst>
            <pc:docMk/>
            <pc:sldMk cId="3565492159" sldId="348"/>
            <ac:spMk id="18" creationId="{5A912344-2C1C-A1E1-7C29-E43154F7A706}"/>
          </ac:spMkLst>
        </pc:spChg>
        <pc:spChg chg="del">
          <ac:chgData name="Guest User" userId="S::urn:spo:tenantanon#e8911c26-cf9f-4a9c-878e-527807be8791::" providerId="AD" clId="Web-{1A684F11-6028-D69F-75C6-53EDB61A7650}" dt="2026-09-09T00:03:22.283" v="534"/>
          <ac:spMkLst>
            <pc:docMk/>
            <pc:sldMk cId="3565492159" sldId="348"/>
            <ac:spMk id="19" creationId="{B2CA7F3B-BE40-91D6-64ED-68C64EF01146}"/>
          </ac:spMkLst>
        </pc:spChg>
        <pc:spChg chg="add mod topLvl">
          <ac:chgData name="Guest User" userId="S::urn:spo:tenantanon#e8911c26-cf9f-4a9c-878e-527807be8791::" providerId="AD" clId="Web-{1A684F11-6028-D69F-75C6-53EDB61A7650}" dt="2026-09-09T00:33:37.440" v="1124"/>
          <ac:spMkLst>
            <pc:docMk/>
            <pc:sldMk cId="3565492159" sldId="348"/>
            <ac:spMk id="20" creationId="{79A8EDCC-01A7-0B1D-4207-7D466EF07BDB}"/>
          </ac:spMkLst>
        </pc:spChg>
        <pc:spChg chg="add del mod ord topLvl">
          <ac:chgData name="Guest User" userId="S::urn:spo:tenantanon#e8911c26-cf9f-4a9c-878e-527807be8791::" providerId="AD" clId="Web-{1A684F11-6028-D69F-75C6-53EDB61A7650}" dt="2026-09-09T00:35:27.784" v="1149"/>
          <ac:spMkLst>
            <pc:docMk/>
            <pc:sldMk cId="3565492159" sldId="348"/>
            <ac:spMk id="21" creationId="{2DCEC722-C532-C8F5-526B-8E17BD50D1D7}"/>
          </ac:spMkLst>
        </pc:spChg>
        <pc:spChg chg="add del mod">
          <ac:chgData name="Guest User" userId="S::urn:spo:tenantanon#e8911c26-cf9f-4a9c-878e-527807be8791::" providerId="AD" clId="Web-{1A684F11-6028-D69F-75C6-53EDB61A7650}" dt="2026-09-09T00:36:40.581" v="1156"/>
          <ac:spMkLst>
            <pc:docMk/>
            <pc:sldMk cId="3565492159" sldId="348"/>
            <ac:spMk id="23" creationId="{4371669E-6E4A-E4A6-6052-87879CFE8906}"/>
          </ac:spMkLst>
        </pc:spChg>
        <pc:spChg chg="add mod">
          <ac:chgData name="Guest User" userId="S::urn:spo:tenantanon#e8911c26-cf9f-4a9c-878e-527807be8791::" providerId="AD" clId="Web-{1A684F11-6028-D69F-75C6-53EDB61A7650}" dt="2026-09-09T00:33:37.440" v="1125"/>
          <ac:spMkLst>
            <pc:docMk/>
            <pc:sldMk cId="3565492159" sldId="348"/>
            <ac:spMk id="24" creationId="{DB7049CC-8A33-7AAB-A4F6-714EC2E85C7A}"/>
          </ac:spMkLst>
        </pc:spChg>
        <pc:spChg chg="add del mod">
          <ac:chgData name="Guest User" userId="S::urn:spo:tenantanon#e8911c26-cf9f-4a9c-878e-527807be8791::" providerId="AD" clId="Web-{1A684F11-6028-D69F-75C6-53EDB61A7650}" dt="2026-09-09T00:37:10.971" v="1164"/>
          <ac:spMkLst>
            <pc:docMk/>
            <pc:sldMk cId="3565492159" sldId="348"/>
            <ac:spMk id="25" creationId="{9091120A-C3FF-72FC-FD44-F8843AFBE994}"/>
          </ac:spMkLst>
        </pc:spChg>
        <pc:spChg chg="add mod">
          <ac:chgData name="Guest User" userId="S::urn:spo:tenantanon#e8911c26-cf9f-4a9c-878e-527807be8791::" providerId="AD" clId="Web-{1A684F11-6028-D69F-75C6-53EDB61A7650}" dt="2026-09-09T00:33:37.456" v="1126"/>
          <ac:spMkLst>
            <pc:docMk/>
            <pc:sldMk cId="3565492159" sldId="348"/>
            <ac:spMk id="26" creationId="{DC103073-36B4-BC10-3240-B4DB5EE83B12}"/>
          </ac:spMkLst>
        </pc:spChg>
        <pc:spChg chg="add del mod">
          <ac:chgData name="Guest User" userId="S::urn:spo:tenantanon#e8911c26-cf9f-4a9c-878e-527807be8791::" providerId="AD" clId="Web-{1A684F11-6028-D69F-75C6-53EDB61A7650}" dt="2026-09-09T00:37:44.050" v="1189"/>
          <ac:spMkLst>
            <pc:docMk/>
            <pc:sldMk cId="3565492159" sldId="348"/>
            <ac:spMk id="27" creationId="{42A18EAE-07E7-AE6D-DB76-0131F1DD4BC4}"/>
          </ac:spMkLst>
        </pc:spChg>
        <pc:spChg chg="add mod">
          <ac:chgData name="Guest User" userId="S::urn:spo:tenantanon#e8911c26-cf9f-4a9c-878e-527807be8791::" providerId="AD" clId="Web-{1A684F11-6028-D69F-75C6-53EDB61A7650}" dt="2026-09-09T00:33:37.487" v="1127"/>
          <ac:spMkLst>
            <pc:docMk/>
            <pc:sldMk cId="3565492159" sldId="348"/>
            <ac:spMk id="28" creationId="{B7753F3E-C4F1-1401-5526-7C9CA007379B}"/>
          </ac:spMkLst>
        </pc:spChg>
        <pc:spChg chg="add del mod">
          <ac:chgData name="Guest User" userId="S::urn:spo:tenantanon#e8911c26-cf9f-4a9c-878e-527807be8791::" providerId="AD" clId="Web-{1A684F11-6028-D69F-75C6-53EDB61A7650}" dt="2026-09-09T00:39:45.065" v="1213"/>
          <ac:spMkLst>
            <pc:docMk/>
            <pc:sldMk cId="3565492159" sldId="348"/>
            <ac:spMk id="29" creationId="{B504159C-BBD6-DE5C-EBAC-9E3B3B3BECA4}"/>
          </ac:spMkLst>
        </pc:spChg>
        <pc:spChg chg="add mod">
          <ac:chgData name="Guest User" userId="S::urn:spo:tenantanon#e8911c26-cf9f-4a9c-878e-527807be8791::" providerId="AD" clId="Web-{1A684F11-6028-D69F-75C6-53EDB61A7650}" dt="2026-09-09T00:15:33.017" v="704" actId="20577"/>
          <ac:spMkLst>
            <pc:docMk/>
            <pc:sldMk cId="3565492159" sldId="348"/>
            <ac:spMk id="30" creationId="{DBDE434B-3900-7BBF-F1BB-069DE7E86D98}"/>
          </ac:spMkLst>
        </pc:spChg>
        <pc:spChg chg="add del mod">
          <ac:chgData name="Guest User" userId="S::urn:spo:tenantanon#e8911c26-cf9f-4a9c-878e-527807be8791::" providerId="AD" clId="Web-{1A684F11-6028-D69F-75C6-53EDB61A7650}" dt="2026-09-09T00:40:05.268" v="1218"/>
          <ac:spMkLst>
            <pc:docMk/>
            <pc:sldMk cId="3565492159" sldId="348"/>
            <ac:spMk id="31" creationId="{23811DF1-A3F5-0929-BDB6-67223B5009AE}"/>
          </ac:spMkLst>
        </pc:spChg>
        <pc:spChg chg="add mod">
          <ac:chgData name="Guest User" userId="S::urn:spo:tenantanon#e8911c26-cf9f-4a9c-878e-527807be8791::" providerId="AD" clId="Web-{1A684F11-6028-D69F-75C6-53EDB61A7650}" dt="2026-09-09T00:21:41.127" v="828" actId="20577"/>
          <ac:spMkLst>
            <pc:docMk/>
            <pc:sldMk cId="3565492159" sldId="348"/>
            <ac:spMk id="32" creationId="{83E14006-BC3C-9359-2E3F-F9F8BB5FAE6D}"/>
          </ac:spMkLst>
        </pc:spChg>
        <pc:spChg chg="add del mod">
          <ac:chgData name="Guest User" userId="S::urn:spo:tenantanon#e8911c26-cf9f-4a9c-878e-527807be8791::" providerId="AD" clId="Web-{1A684F11-6028-D69F-75C6-53EDB61A7650}" dt="2026-09-09T00:39:01.065" v="1201"/>
          <ac:spMkLst>
            <pc:docMk/>
            <pc:sldMk cId="3565492159" sldId="348"/>
            <ac:spMk id="33" creationId="{28B18889-B8DF-91D7-293E-77A18E3476B9}"/>
          </ac:spMkLst>
        </pc:spChg>
        <pc:spChg chg="add mod">
          <ac:chgData name="Guest User" userId="S::urn:spo:tenantanon#e8911c26-cf9f-4a9c-878e-527807be8791::" providerId="AD" clId="Web-{1A684F11-6028-D69F-75C6-53EDB61A7650}" dt="2026-09-09T00:15:14.908" v="696" actId="20577"/>
          <ac:spMkLst>
            <pc:docMk/>
            <pc:sldMk cId="3565492159" sldId="348"/>
            <ac:spMk id="34" creationId="{E81979E8-D292-523C-7BEC-AEB8A665AFA9}"/>
          </ac:spMkLst>
        </pc:spChg>
        <pc:spChg chg="add del mod">
          <ac:chgData name="Guest User" userId="S::urn:spo:tenantanon#e8911c26-cf9f-4a9c-878e-527807be8791::" providerId="AD" clId="Web-{1A684F11-6028-D69F-75C6-53EDB61A7650}" dt="2026-09-09T00:39:28.800" v="1208"/>
          <ac:spMkLst>
            <pc:docMk/>
            <pc:sldMk cId="3565492159" sldId="348"/>
            <ac:spMk id="35" creationId="{1AF9C982-440D-2ACD-5214-EF93B7F02BB0}"/>
          </ac:spMkLst>
        </pc:spChg>
        <pc:spChg chg="add mod">
          <ac:chgData name="Guest User" userId="S::urn:spo:tenantanon#e8911c26-cf9f-4a9c-878e-527807be8791::" providerId="AD" clId="Web-{1A684F11-6028-D69F-75C6-53EDB61A7650}" dt="2026-09-09T00:20:09.768" v="823" actId="20577"/>
          <ac:spMkLst>
            <pc:docMk/>
            <pc:sldMk cId="3565492159" sldId="348"/>
            <ac:spMk id="36" creationId="{05441526-267D-5DFE-61AE-A0A33D05392D}"/>
          </ac:spMkLst>
        </pc:spChg>
        <pc:grpChg chg="add del mod">
          <ac:chgData name="Guest User" userId="S::urn:spo:tenantanon#e8911c26-cf9f-4a9c-878e-527807be8791::" providerId="AD" clId="Web-{1A684F11-6028-D69F-75C6-53EDB61A7650}" dt="2026-09-09T00:09:31.361" v="606"/>
          <ac:grpSpMkLst>
            <pc:docMk/>
            <pc:sldMk cId="3565492159" sldId="348"/>
            <ac:grpSpMk id="22" creationId="{40904CD0-2FC7-F5F2-9776-BB17F1EE5773}"/>
          </ac:grpSpMkLst>
        </pc:grpChg>
      </pc:sldChg>
      <pc:sldChg chg="addSp delSp modSp add replId addAnim delAnim modAnim">
        <pc:chgData name="Guest User" userId="S::urn:spo:tenantanon#e8911c26-cf9f-4a9c-878e-527807be8791::" providerId="AD" clId="Web-{1A684F11-6028-D69F-75C6-53EDB61A7650}" dt="2026-09-09T00:57:40.425" v="1607" actId="20577"/>
        <pc:sldMkLst>
          <pc:docMk/>
          <pc:sldMk cId="951676116" sldId="350"/>
        </pc:sldMkLst>
        <pc:spChg chg="mod">
          <ac:chgData name="Guest User" userId="S::urn:spo:tenantanon#e8911c26-cf9f-4a9c-878e-527807be8791::" providerId="AD" clId="Web-{1A684F11-6028-D69F-75C6-53EDB61A7650}" dt="2026-09-09T00:32:54.909" v="1119" actId="20577"/>
          <ac:spMkLst>
            <pc:docMk/>
            <pc:sldMk cId="951676116" sldId="350"/>
            <ac:spMk id="2" creationId="{F6A86C45-7885-7AA4-6A4A-DC2CF6FCDFF6}"/>
          </ac:spMkLst>
        </pc:spChg>
        <pc:spChg chg="mod">
          <ac:chgData name="Guest User" userId="S::urn:spo:tenantanon#e8911c26-cf9f-4a9c-878e-527807be8791::" providerId="AD" clId="Web-{1A684F11-6028-D69F-75C6-53EDB61A7650}" dt="2026-09-09T00:48:46.331" v="1580" actId="20577"/>
          <ac:spMkLst>
            <pc:docMk/>
            <pc:sldMk cId="951676116" sldId="350"/>
            <ac:spMk id="3" creationId="{8EB79DFA-1868-6289-1AEA-44D6C17B13EF}"/>
          </ac:spMkLst>
        </pc:spChg>
        <pc:spChg chg="add mod ord">
          <ac:chgData name="Guest User" userId="S::urn:spo:tenantanon#e8911c26-cf9f-4a9c-878e-527807be8791::" providerId="AD" clId="Web-{1A684F11-6028-D69F-75C6-53EDB61A7650}" dt="2026-09-09T00:57:25.988" v="1604" actId="20577"/>
          <ac:spMkLst>
            <pc:docMk/>
            <pc:sldMk cId="951676116" sldId="350"/>
            <ac:spMk id="6" creationId="{A9DBBE4F-EF84-8227-1B73-2F644F008CE5}"/>
          </ac:spMkLst>
        </pc:spChg>
        <pc:spChg chg="add mod ord">
          <ac:chgData name="Guest User" userId="S::urn:spo:tenantanon#e8911c26-cf9f-4a9c-878e-527807be8791::" providerId="AD" clId="Web-{1A684F11-6028-D69F-75C6-53EDB61A7650}" dt="2026-09-09T00:57:30.316" v="1605" actId="20577"/>
          <ac:spMkLst>
            <pc:docMk/>
            <pc:sldMk cId="951676116" sldId="350"/>
            <ac:spMk id="8" creationId="{459E4DCB-A4C7-3E1D-7DBC-2B4EB6F2BF8F}"/>
          </ac:spMkLst>
        </pc:spChg>
        <pc:spChg chg="add mod ord">
          <ac:chgData name="Guest User" userId="S::urn:spo:tenantanon#e8911c26-cf9f-4a9c-878e-527807be8791::" providerId="AD" clId="Web-{1A684F11-6028-D69F-75C6-53EDB61A7650}" dt="2026-09-09T00:57:34.472" v="1606" actId="20577"/>
          <ac:spMkLst>
            <pc:docMk/>
            <pc:sldMk cId="951676116" sldId="350"/>
            <ac:spMk id="10" creationId="{7C32B16A-6983-865C-242B-2BBBA6FF331E}"/>
          </ac:spMkLst>
        </pc:spChg>
        <pc:spChg chg="add mod ord">
          <ac:chgData name="Guest User" userId="S::urn:spo:tenantanon#e8911c26-cf9f-4a9c-878e-527807be8791::" providerId="AD" clId="Web-{1A684F11-6028-D69F-75C6-53EDB61A7650}" dt="2026-09-09T00:57:40.425" v="1607" actId="20577"/>
          <ac:spMkLst>
            <pc:docMk/>
            <pc:sldMk cId="951676116" sldId="350"/>
            <ac:spMk id="12" creationId="{78D05437-FB08-0946-60F0-A714FCEDBB91}"/>
          </ac:spMkLst>
        </pc:spChg>
        <pc:spChg chg="add mod ord">
          <ac:chgData name="Guest User" userId="S::urn:spo:tenantanon#e8911c26-cf9f-4a9c-878e-527807be8791::" providerId="AD" clId="Web-{1A684F11-6028-D69F-75C6-53EDB61A7650}" dt="2026-09-09T00:57:08.972" v="1600" actId="20577"/>
          <ac:spMkLst>
            <pc:docMk/>
            <pc:sldMk cId="951676116" sldId="350"/>
            <ac:spMk id="13" creationId="{0C2E58FD-2FD5-676F-20C5-10F31A23B2AA}"/>
          </ac:spMkLst>
        </pc:spChg>
        <pc:spChg chg="add del">
          <ac:chgData name="Guest User" userId="S::urn:spo:tenantanon#e8911c26-cf9f-4a9c-878e-527807be8791::" providerId="AD" clId="Web-{1A684F11-6028-D69F-75C6-53EDB61A7650}" dt="2026-09-09T00:46:24.144" v="1500"/>
          <ac:spMkLst>
            <pc:docMk/>
            <pc:sldMk cId="951676116" sldId="350"/>
            <ac:spMk id="14" creationId="{D58FED14-37C1-7482-BD0D-CBD213225625}"/>
          </ac:spMkLst>
        </pc:spChg>
        <pc:spChg chg="add del mod">
          <ac:chgData name="Guest User" userId="S::urn:spo:tenantanon#e8911c26-cf9f-4a9c-878e-527807be8791::" providerId="AD" clId="Web-{1A684F11-6028-D69F-75C6-53EDB61A7650}" dt="2026-09-09T00:46:25.878" v="1501"/>
          <ac:spMkLst>
            <pc:docMk/>
            <pc:sldMk cId="951676116" sldId="350"/>
            <ac:spMk id="15" creationId="{1ADB8C3C-ED4D-D3D9-44D9-DBD7AC8FEF7C}"/>
          </ac:spMkLst>
        </pc:spChg>
        <pc:spChg chg="add del">
          <ac:chgData name="Guest User" userId="S::urn:spo:tenantanon#e8911c26-cf9f-4a9c-878e-527807be8791::" providerId="AD" clId="Web-{1A684F11-6028-D69F-75C6-53EDB61A7650}" dt="2026-09-09T00:46:21.003" v="1498"/>
          <ac:spMkLst>
            <pc:docMk/>
            <pc:sldMk cId="951676116" sldId="350"/>
            <ac:spMk id="16" creationId="{E0812B20-93D4-8CCB-2195-234FB853E114}"/>
          </ac:spMkLst>
        </pc:spChg>
        <pc:spChg chg="add mod ord">
          <ac:chgData name="Guest User" userId="S::urn:spo:tenantanon#e8911c26-cf9f-4a9c-878e-527807be8791::" providerId="AD" clId="Web-{1A684F11-6028-D69F-75C6-53EDB61A7650}" dt="2026-09-09T00:57:20.707" v="1603" actId="20577"/>
          <ac:spMkLst>
            <pc:docMk/>
            <pc:sldMk cId="951676116" sldId="350"/>
            <ac:spMk id="17" creationId="{B55E8C7C-6057-D104-4471-C949E9E5692F}"/>
          </ac:spMkLst>
        </pc:spChg>
        <pc:spChg chg="add mod ord">
          <ac:chgData name="Guest User" userId="S::urn:spo:tenantanon#e8911c26-cf9f-4a9c-878e-527807be8791::" providerId="AD" clId="Web-{1A684F11-6028-D69F-75C6-53EDB61A7650}" dt="2026-09-09T00:57:16.019" v="1602" actId="20577"/>
          <ac:spMkLst>
            <pc:docMk/>
            <pc:sldMk cId="951676116" sldId="350"/>
            <ac:spMk id="18" creationId="{749169AD-A8DD-272E-6EC5-8918B72F3EAE}"/>
          </ac:spMkLst>
        </pc:spChg>
        <pc:spChg chg="add mod ord">
          <ac:chgData name="Guest User" userId="S::urn:spo:tenantanon#e8911c26-cf9f-4a9c-878e-527807be8791::" providerId="AD" clId="Web-{1A684F11-6028-D69F-75C6-53EDB61A7650}" dt="2026-09-09T00:57:12.394" v="1601" actId="20577"/>
          <ac:spMkLst>
            <pc:docMk/>
            <pc:sldMk cId="951676116" sldId="350"/>
            <ac:spMk id="19" creationId="{30AC4114-6124-9148-F891-3A2E005C9037}"/>
          </ac:spMkLst>
        </pc:spChg>
        <pc:spChg chg="mod">
          <ac:chgData name="Guest User" userId="S::urn:spo:tenantanon#e8911c26-cf9f-4a9c-878e-527807be8791::" providerId="AD" clId="Web-{1A684F11-6028-D69F-75C6-53EDB61A7650}" dt="2026-09-09T00:33:13.534" v="1120"/>
          <ac:spMkLst>
            <pc:docMk/>
            <pc:sldMk cId="951676116" sldId="350"/>
            <ac:spMk id="20" creationId="{7B4034B7-3003-28A8-27BA-B369321494B5}"/>
          </ac:spMkLst>
        </pc:spChg>
        <pc:spChg chg="del mod">
          <ac:chgData name="Guest User" userId="S::urn:spo:tenantanon#e8911c26-cf9f-4a9c-878e-527807be8791::" providerId="AD" clId="Web-{1A684F11-6028-D69F-75C6-53EDB61A7650}" dt="2026-09-09T00:42:34.862" v="1267"/>
          <ac:spMkLst>
            <pc:docMk/>
            <pc:sldMk cId="951676116" sldId="350"/>
            <ac:spMk id="21" creationId="{12961A82-E9FC-64F2-D5F4-3ECDCE0D55C7}"/>
          </ac:spMkLst>
        </pc:spChg>
        <pc:spChg chg="del mod">
          <ac:chgData name="Guest User" userId="S::urn:spo:tenantanon#e8911c26-cf9f-4a9c-878e-527807be8791::" providerId="AD" clId="Web-{1A684F11-6028-D69F-75C6-53EDB61A7650}" dt="2026-09-09T00:42:56.956" v="1272"/>
          <ac:spMkLst>
            <pc:docMk/>
            <pc:sldMk cId="951676116" sldId="350"/>
            <ac:spMk id="23" creationId="{01A51DFA-751A-8946-0CD3-5EF7EA70171C}"/>
          </ac:spMkLst>
        </pc:spChg>
        <pc:spChg chg="mod">
          <ac:chgData name="Guest User" userId="S::urn:spo:tenantanon#e8911c26-cf9f-4a9c-878e-527807be8791::" providerId="AD" clId="Web-{1A684F11-6028-D69F-75C6-53EDB61A7650}" dt="2026-09-09T00:33:13.565" v="1121"/>
          <ac:spMkLst>
            <pc:docMk/>
            <pc:sldMk cId="951676116" sldId="350"/>
            <ac:spMk id="24" creationId="{AB70ACBC-E554-0A71-38C3-467AD09D584E}"/>
          </ac:spMkLst>
        </pc:spChg>
        <pc:spChg chg="del mod">
          <ac:chgData name="Guest User" userId="S::urn:spo:tenantanon#e8911c26-cf9f-4a9c-878e-527807be8791::" providerId="AD" clId="Web-{1A684F11-6028-D69F-75C6-53EDB61A7650}" dt="2026-09-09T00:43:11.456" v="1277"/>
          <ac:spMkLst>
            <pc:docMk/>
            <pc:sldMk cId="951676116" sldId="350"/>
            <ac:spMk id="25" creationId="{7F286EA7-B7FA-A9FF-E3D3-8DAEF3ECEAB6}"/>
          </ac:spMkLst>
        </pc:spChg>
        <pc:spChg chg="mod">
          <ac:chgData name="Guest User" userId="S::urn:spo:tenantanon#e8911c26-cf9f-4a9c-878e-527807be8791::" providerId="AD" clId="Web-{1A684F11-6028-D69F-75C6-53EDB61A7650}" dt="2026-09-09T00:33:25.034" v="1122"/>
          <ac:spMkLst>
            <pc:docMk/>
            <pc:sldMk cId="951676116" sldId="350"/>
            <ac:spMk id="26" creationId="{B2B9F7A3-29E4-8F3F-E16A-C7081CDF7EEC}"/>
          </ac:spMkLst>
        </pc:spChg>
        <pc:spChg chg="add del mod">
          <ac:chgData name="Guest User" userId="S::urn:spo:tenantanon#e8911c26-cf9f-4a9c-878e-527807be8791::" providerId="AD" clId="Web-{1A684F11-6028-D69F-75C6-53EDB61A7650}" dt="2026-09-09T00:44:26.644" v="1385"/>
          <ac:spMkLst>
            <pc:docMk/>
            <pc:sldMk cId="951676116" sldId="350"/>
            <ac:spMk id="27" creationId="{4710AC71-189D-6459-7BD8-81932AB583DF}"/>
          </ac:spMkLst>
        </pc:spChg>
        <pc:spChg chg="mod">
          <ac:chgData name="Guest User" userId="S::urn:spo:tenantanon#e8911c26-cf9f-4a9c-878e-527807be8791::" providerId="AD" clId="Web-{1A684F11-6028-D69F-75C6-53EDB61A7650}" dt="2026-09-09T00:33:25.065" v="1123"/>
          <ac:spMkLst>
            <pc:docMk/>
            <pc:sldMk cId="951676116" sldId="350"/>
            <ac:spMk id="28" creationId="{3FADC05C-6BF2-765A-4C84-C5B4A4E2BA29}"/>
          </ac:spMkLst>
        </pc:spChg>
        <pc:spChg chg="del mod">
          <ac:chgData name="Guest User" userId="S::urn:spo:tenantanon#e8911c26-cf9f-4a9c-878e-527807be8791::" providerId="AD" clId="Web-{1A684F11-6028-D69F-75C6-53EDB61A7650}" dt="2026-09-09T00:47:18.503" v="1520"/>
          <ac:spMkLst>
            <pc:docMk/>
            <pc:sldMk cId="951676116" sldId="350"/>
            <ac:spMk id="29" creationId="{BEB24C96-40B1-8A45-153E-EFBA4C7817D1}"/>
          </ac:spMkLst>
        </pc:spChg>
        <pc:spChg chg="del mod">
          <ac:chgData name="Guest User" userId="S::urn:spo:tenantanon#e8911c26-cf9f-4a9c-878e-527807be8791::" providerId="AD" clId="Web-{1A684F11-6028-D69F-75C6-53EDB61A7650}" dt="2026-09-09T00:47:41.925" v="1525"/>
          <ac:spMkLst>
            <pc:docMk/>
            <pc:sldMk cId="951676116" sldId="350"/>
            <ac:spMk id="31" creationId="{ABB2CE2E-4C13-780E-71D2-9E8F40A3B080}"/>
          </ac:spMkLst>
        </pc:spChg>
        <pc:spChg chg="del mod">
          <ac:chgData name="Guest User" userId="S::urn:spo:tenantanon#e8911c26-cf9f-4a9c-878e-527807be8791::" providerId="AD" clId="Web-{1A684F11-6028-D69F-75C6-53EDB61A7650}" dt="2026-09-09T00:46:42.191" v="1506"/>
          <ac:spMkLst>
            <pc:docMk/>
            <pc:sldMk cId="951676116" sldId="350"/>
            <ac:spMk id="33" creationId="{27097394-8CC8-952E-884F-D4F429A6C884}"/>
          </ac:spMkLst>
        </pc:spChg>
        <pc:spChg chg="del mod">
          <ac:chgData name="Guest User" userId="S::urn:spo:tenantanon#e8911c26-cf9f-4a9c-878e-527807be8791::" providerId="AD" clId="Web-{1A684F11-6028-D69F-75C6-53EDB61A7650}" dt="2026-09-09T00:47:05.206" v="1515"/>
          <ac:spMkLst>
            <pc:docMk/>
            <pc:sldMk cId="951676116" sldId="350"/>
            <ac:spMk id="35" creationId="{A7CD9EE2-76EB-401B-08B9-4740B84E7AA2}"/>
          </ac:spMkLst>
        </pc:spChg>
      </pc:sldChg>
    </pc:docChg>
  </pc:docChgLst>
  <pc:docChgLst>
    <pc:chgData name="Guest User" userId="S::urn:spo:tenantanon#e8911c26-cf9f-4a9c-878e-527807be8791::" providerId="AD" clId="Web-{A7B84C1C-878A-E848-F41B-23AB9E671B31}"/>
    <pc:docChg chg="addSld delSld modSld modSection">
      <pc:chgData name="Guest User" userId="S::urn:spo:tenantanon#e8911c26-cf9f-4a9c-878e-527807be8791::" providerId="AD" clId="Web-{A7B84C1C-878A-E848-F41B-23AB9E671B31}" dt="2026-09-09T01:12:39.912" v="1361" actId="20577"/>
      <pc:docMkLst>
        <pc:docMk/>
      </pc:docMkLst>
      <pc:sldChg chg="del">
        <pc:chgData name="Guest User" userId="S::urn:spo:tenantanon#e8911c26-cf9f-4a9c-878e-527807be8791::" providerId="AD" clId="Web-{A7B84C1C-878A-E848-F41B-23AB9E671B31}" dt="2026-09-09T00:40:46.431" v="1342"/>
        <pc:sldMkLst>
          <pc:docMk/>
          <pc:sldMk cId="2965144258" sldId="281"/>
        </pc:sldMkLst>
      </pc:sldChg>
      <pc:sldChg chg="modSp">
        <pc:chgData name="Guest User" userId="S::urn:spo:tenantanon#e8911c26-cf9f-4a9c-878e-527807be8791::" providerId="AD" clId="Web-{A7B84C1C-878A-E848-F41B-23AB9E671B31}" dt="2026-09-08T23:11:54.939" v="3"/>
        <pc:sldMkLst>
          <pc:docMk/>
          <pc:sldMk cId="2817264075" sldId="290"/>
        </pc:sldMkLst>
        <pc:graphicFrameChg chg="mod modGraphic">
          <ac:chgData name="Guest User" userId="S::urn:spo:tenantanon#e8911c26-cf9f-4a9c-878e-527807be8791::" providerId="AD" clId="Web-{A7B84C1C-878A-E848-F41B-23AB9E671B31}" dt="2026-09-08T23:11:54.939" v="3"/>
          <ac:graphicFrameMkLst>
            <pc:docMk/>
            <pc:sldMk cId="2817264075" sldId="290"/>
            <ac:graphicFrameMk id="5" creationId="{FEE0BF5E-A929-D4B9-6210-43DACD9D00BE}"/>
          </ac:graphicFrameMkLst>
        </pc:graphicFrameChg>
      </pc:sldChg>
      <pc:sldChg chg="addSp delSp modSp new">
        <pc:chgData name="Guest User" userId="S::urn:spo:tenantanon#e8911c26-cf9f-4a9c-878e-527807be8791::" providerId="AD" clId="Web-{A7B84C1C-878A-E848-F41B-23AB9E671B31}" dt="2026-09-09T01:12:39.912" v="1361" actId="20577"/>
        <pc:sldMkLst>
          <pc:docMk/>
          <pc:sldMk cId="1789571159" sldId="347"/>
        </pc:sldMkLst>
        <pc:spChg chg="mod">
          <ac:chgData name="Guest User" userId="S::urn:spo:tenantanon#e8911c26-cf9f-4a9c-878e-527807be8791::" providerId="AD" clId="Web-{A7B84C1C-878A-E848-F41B-23AB9E671B31}" dt="2026-09-09T01:12:39.912" v="1361" actId="20577"/>
          <ac:spMkLst>
            <pc:docMk/>
            <pc:sldMk cId="1789571159" sldId="347"/>
            <ac:spMk id="3" creationId="{4B64C481-2807-010D-9FBF-A4198EA9E76D}"/>
          </ac:spMkLst>
        </pc:spChg>
        <pc:spChg chg="add mod">
          <ac:chgData name="Guest User" userId="S::urn:spo:tenantanon#e8911c26-cf9f-4a9c-878e-527807be8791::" providerId="AD" clId="Web-{A7B84C1C-878A-E848-F41B-23AB9E671B31}" dt="2026-09-09T00:42:18.825" v="1349" actId="20577"/>
          <ac:spMkLst>
            <pc:docMk/>
            <pc:sldMk cId="1789571159" sldId="347"/>
            <ac:spMk id="8" creationId="{AA63B2C7-8A92-F10F-F8A4-1A2804D070ED}"/>
          </ac:spMkLst>
        </pc:spChg>
        <pc:spChg chg="add del mod">
          <ac:chgData name="Guest User" userId="S::urn:spo:tenantanon#e8911c26-cf9f-4a9c-878e-527807be8791::" providerId="AD" clId="Web-{A7B84C1C-878A-E848-F41B-23AB9E671B31}" dt="2026-09-09T00:13:44.069" v="804"/>
          <ac:spMkLst>
            <pc:docMk/>
            <pc:sldMk cId="1789571159" sldId="347"/>
            <ac:spMk id="9" creationId="{373BFC55-24BF-0B37-A25E-76C1861C8C99}"/>
          </ac:spMkLst>
        </pc:spChg>
        <pc:spChg chg="add del mod">
          <ac:chgData name="Guest User" userId="S::urn:spo:tenantanon#e8911c26-cf9f-4a9c-878e-527807be8791::" providerId="AD" clId="Web-{A7B84C1C-878A-E848-F41B-23AB9E671B31}" dt="2026-09-09T00:18:46.925" v="1080"/>
          <ac:spMkLst>
            <pc:docMk/>
            <pc:sldMk cId="1789571159" sldId="347"/>
            <ac:spMk id="10" creationId="{F28F4803-CC32-0CFB-0E7D-5FEAA52A4864}"/>
          </ac:spMkLst>
        </pc:spChg>
        <pc:spChg chg="add mod">
          <ac:chgData name="Guest User" userId="S::urn:spo:tenantanon#e8911c26-cf9f-4a9c-878e-527807be8791::" providerId="AD" clId="Web-{A7B84C1C-878A-E848-F41B-23AB9E671B31}" dt="2026-09-09T00:41:45.777" v="1346" actId="20577"/>
          <ac:spMkLst>
            <pc:docMk/>
            <pc:sldMk cId="1789571159" sldId="347"/>
            <ac:spMk id="11" creationId="{45F77891-C477-C5F0-F3BA-E95DCD3683F5}"/>
          </ac:spMkLst>
        </pc:spChg>
        <pc:spChg chg="add mod">
          <ac:chgData name="Guest User" userId="S::urn:spo:tenantanon#e8911c26-cf9f-4a9c-878e-527807be8791::" providerId="AD" clId="Web-{A7B84C1C-878A-E848-F41B-23AB9E671B31}" dt="2026-09-09T00:51:54.254" v="1360" actId="20577"/>
          <ac:spMkLst>
            <pc:docMk/>
            <pc:sldMk cId="1789571159" sldId="347"/>
            <ac:spMk id="12" creationId="{9E478E06-78AF-49B5-A691-B10C50040814}"/>
          </ac:spMkLst>
        </pc:spChg>
        <pc:picChg chg="add del mod">
          <ac:chgData name="Guest User" userId="S::urn:spo:tenantanon#e8911c26-cf9f-4a9c-878e-527807be8791::" providerId="AD" clId="Web-{A7B84C1C-878A-E848-F41B-23AB9E671B31}" dt="2026-09-09T00:26:05.771" v="1278"/>
          <ac:picMkLst>
            <pc:docMk/>
            <pc:sldMk cId="1789571159" sldId="347"/>
            <ac:picMk id="13" creationId="{9060BA76-C5AC-07B2-D2D1-039DD879B628}"/>
          </ac:picMkLst>
        </pc:picChg>
        <pc:picChg chg="add del mod">
          <ac:chgData name="Guest User" userId="S::urn:spo:tenantanon#e8911c26-cf9f-4a9c-878e-527807be8791::" providerId="AD" clId="Web-{A7B84C1C-878A-E848-F41B-23AB9E671B31}" dt="2026-09-09T00:26:03.036" v="1277"/>
          <ac:picMkLst>
            <pc:docMk/>
            <pc:sldMk cId="1789571159" sldId="347"/>
            <ac:picMk id="14" creationId="{D253C1D5-1579-76B6-03B2-FE8EC014C840}"/>
          </ac:picMkLst>
        </pc:picChg>
        <pc:picChg chg="add del mod">
          <ac:chgData name="Guest User" userId="S::urn:spo:tenantanon#e8911c26-cf9f-4a9c-878e-527807be8791::" providerId="AD" clId="Web-{A7B84C1C-878A-E848-F41B-23AB9E671B31}" dt="2026-09-09T00:26:00.802" v="1276"/>
          <ac:picMkLst>
            <pc:docMk/>
            <pc:sldMk cId="1789571159" sldId="347"/>
            <ac:picMk id="15" creationId="{68073F18-5F1B-BB73-B566-D28C86F3D3BB}"/>
          </ac:picMkLst>
        </pc:picChg>
        <pc:picChg chg="add del mod">
          <ac:chgData name="Guest User" userId="S::urn:spo:tenantanon#e8911c26-cf9f-4a9c-878e-527807be8791::" providerId="AD" clId="Web-{A7B84C1C-878A-E848-F41B-23AB9E671B31}" dt="2026-09-09T00:25:58.833" v="1275"/>
          <ac:picMkLst>
            <pc:docMk/>
            <pc:sldMk cId="1789571159" sldId="347"/>
            <ac:picMk id="16" creationId="{8A9784F4-9E73-D895-7752-C6FD8F61BF40}"/>
          </ac:picMkLst>
        </pc:picChg>
      </pc:sldChg>
    </pc:docChg>
  </pc:docChgLst>
  <pc:docChgLst>
    <pc:chgData name="Guest User" userId="S::urn:spo:tenantanon#e8911c26-cf9f-4a9c-878e-527807be8791::" providerId="AD" clId="Web-{B75D637F-D12C-DA3F-097D-F7DD227F9CD7}"/>
    <pc:docChg chg="modSld">
      <pc:chgData name="Guest User" userId="S::urn:spo:tenantanon#e8911c26-cf9f-4a9c-878e-527807be8791::" providerId="AD" clId="Web-{B75D637F-D12C-DA3F-097D-F7DD227F9CD7}" dt="2026-09-10T08:26:03.794" v="2" actId="20577"/>
      <pc:docMkLst>
        <pc:docMk/>
      </pc:docMkLst>
      <pc:sldChg chg="modSp">
        <pc:chgData name="Guest User" userId="S::urn:spo:tenantanon#e8911c26-cf9f-4a9c-878e-527807be8791::" providerId="AD" clId="Web-{B75D637F-D12C-DA3F-097D-F7DD227F9CD7}" dt="2026-09-10T08:26:03.794" v="2" actId="20577"/>
        <pc:sldMkLst>
          <pc:docMk/>
          <pc:sldMk cId="2262956883" sldId="352"/>
        </pc:sldMkLst>
        <pc:spChg chg="mod">
          <ac:chgData name="Guest User" userId="S::urn:spo:tenantanon#e8911c26-cf9f-4a9c-878e-527807be8791::" providerId="AD" clId="Web-{B75D637F-D12C-DA3F-097D-F7DD227F9CD7}" dt="2026-09-10T08:26:03.794" v="2" actId="20577"/>
          <ac:spMkLst>
            <pc:docMk/>
            <pc:sldMk cId="2262956883" sldId="352"/>
            <ac:spMk id="5" creationId="{E73460D7-AAA2-EE59-60AE-C57D8D45ED2F}"/>
          </ac:spMkLst>
        </pc:spChg>
      </pc:sldChg>
    </pc:docChg>
  </pc:docChgLst>
  <pc:docChgLst>
    <pc:chgData name="Karell Yusdygo" userId="8b3ea7e4-4e5b-47df-8452-f56c073920d1" providerId="ADAL" clId="{07B6DD73-E0C0-5492-BA0C-E9907B986300}"/>
    <pc:docChg chg="undo redo custSel addSld delSld modSld sldOrd addMainMaster delMainMaster modMainMaster addSection delSection modSection">
      <pc:chgData name="Karell Yusdygo" userId="8b3ea7e4-4e5b-47df-8452-f56c073920d1" providerId="ADAL" clId="{07B6DD73-E0C0-5492-BA0C-E9907B986300}" dt="2026-09-10T03:12:33.513" v="8992" actId="1076"/>
      <pc:docMkLst>
        <pc:docMk/>
      </pc:docMkLst>
      <pc:sldChg chg="addSp delSp modSp mod">
        <pc:chgData name="Karell Yusdygo" userId="8b3ea7e4-4e5b-47df-8452-f56c073920d1" providerId="ADAL" clId="{07B6DD73-E0C0-5492-BA0C-E9907B986300}" dt="2026-09-08T15:02:12.354" v="6654" actId="1076"/>
        <pc:sldMkLst>
          <pc:docMk/>
          <pc:sldMk cId="1280815667" sldId="260"/>
        </pc:sldMkLst>
        <pc:spChg chg="add del">
          <ac:chgData name="Karell Yusdygo" userId="8b3ea7e4-4e5b-47df-8452-f56c073920d1" providerId="ADAL" clId="{07B6DD73-E0C0-5492-BA0C-E9907B986300}" dt="2026-09-06T07:31:06.007" v="36" actId="478"/>
          <ac:spMkLst>
            <pc:docMk/>
            <pc:sldMk cId="1280815667" sldId="260"/>
            <ac:spMk id="7" creationId="{A9DB2BF9-54E9-6925-9466-8E85B7C96AEF}"/>
          </ac:spMkLst>
        </pc:spChg>
        <pc:spChg chg="mod">
          <ac:chgData name="Karell Yusdygo" userId="8b3ea7e4-4e5b-47df-8452-f56c073920d1" providerId="ADAL" clId="{07B6DD73-E0C0-5492-BA0C-E9907B986300}" dt="2026-09-08T15:02:01.661" v="6653" actId="20577"/>
          <ac:spMkLst>
            <pc:docMk/>
            <pc:sldMk cId="1280815667" sldId="260"/>
            <ac:spMk id="21" creationId="{5A5A0239-ACD8-B4AA-9FC2-DE0C7A3EEF4D}"/>
          </ac:spMkLst>
        </pc:spChg>
        <pc:grpChg chg="add del mod">
          <ac:chgData name="Karell Yusdygo" userId="8b3ea7e4-4e5b-47df-8452-f56c073920d1" providerId="ADAL" clId="{07B6DD73-E0C0-5492-BA0C-E9907B986300}" dt="2026-09-08T15:00:44.273" v="6625" actId="1076"/>
          <ac:grpSpMkLst>
            <pc:docMk/>
            <pc:sldMk cId="1280815667" sldId="260"/>
            <ac:grpSpMk id="5" creationId="{F4405B3E-4EFB-058F-8415-DE0A175A4657}"/>
          </ac:grpSpMkLst>
        </pc:grpChg>
        <pc:picChg chg="add mod">
          <ac:chgData name="Karell Yusdygo" userId="8b3ea7e4-4e5b-47df-8452-f56c073920d1" providerId="ADAL" clId="{07B6DD73-E0C0-5492-BA0C-E9907B986300}" dt="2026-09-08T15:02:12.354" v="6654" actId="1076"/>
          <ac:picMkLst>
            <pc:docMk/>
            <pc:sldMk cId="1280815667" sldId="260"/>
            <ac:picMk id="2" creationId="{B279C903-FB1A-F1E8-E479-C8E540458B72}"/>
          </ac:picMkLst>
        </pc:picChg>
        <pc:picChg chg="add mod">
          <ac:chgData name="Karell Yusdygo" userId="8b3ea7e4-4e5b-47df-8452-f56c073920d1" providerId="ADAL" clId="{07B6DD73-E0C0-5492-BA0C-E9907B986300}" dt="2026-09-08T15:01:44.467" v="6628" actId="1076"/>
          <ac:picMkLst>
            <pc:docMk/>
            <pc:sldMk cId="1280815667" sldId="260"/>
            <ac:picMk id="3" creationId="{38A0DA23-8217-3C70-CA84-BBBCFAF5E05D}"/>
          </ac:picMkLst>
        </pc:picChg>
      </pc:sldChg>
      <pc:sldChg chg="addSp delSp modSp add del mod modAnim modNotesTx">
        <pc:chgData name="Karell Yusdygo" userId="8b3ea7e4-4e5b-47df-8452-f56c073920d1" providerId="ADAL" clId="{07B6DD73-E0C0-5492-BA0C-E9907B986300}" dt="2026-09-09T04:52:12.211" v="8705" actId="114"/>
        <pc:sldMkLst>
          <pc:docMk/>
          <pc:sldMk cId="1025866110" sldId="265"/>
        </pc:sldMkLst>
        <pc:spChg chg="add mod">
          <ac:chgData name="Karell Yusdygo" userId="8b3ea7e4-4e5b-47df-8452-f56c073920d1" providerId="ADAL" clId="{07B6DD73-E0C0-5492-BA0C-E9907B986300}" dt="2026-09-09T01:04:39.796" v="8046"/>
          <ac:spMkLst>
            <pc:docMk/>
            <pc:sldMk cId="1025866110" sldId="265"/>
            <ac:spMk id="3" creationId="{0DDEB394-BDF2-6305-DE4E-258E58F9D4B1}"/>
          </ac:spMkLst>
        </pc:spChg>
        <pc:spChg chg="add mod">
          <ac:chgData name="Karell Yusdygo" userId="8b3ea7e4-4e5b-47df-8452-f56c073920d1" providerId="ADAL" clId="{07B6DD73-E0C0-5492-BA0C-E9907B986300}" dt="2026-09-09T01:04:39.796" v="8046"/>
          <ac:spMkLst>
            <pc:docMk/>
            <pc:sldMk cId="1025866110" sldId="265"/>
            <ac:spMk id="4" creationId="{0DC15F0C-27DF-9BF1-8EC6-E22D4966D897}"/>
          </ac:spMkLst>
        </pc:spChg>
        <pc:spChg chg="add mod">
          <ac:chgData name="Karell Yusdygo" userId="8b3ea7e4-4e5b-47df-8452-f56c073920d1" providerId="ADAL" clId="{07B6DD73-E0C0-5492-BA0C-E9907B986300}" dt="2026-09-09T01:04:39.796" v="8046"/>
          <ac:spMkLst>
            <pc:docMk/>
            <pc:sldMk cId="1025866110" sldId="265"/>
            <ac:spMk id="5" creationId="{BB8EF849-56A0-7DEE-2617-58154DC0E79E}"/>
          </ac:spMkLst>
        </pc:spChg>
        <pc:spChg chg="add mod">
          <ac:chgData name="Karell Yusdygo" userId="8b3ea7e4-4e5b-47df-8452-f56c073920d1" providerId="ADAL" clId="{07B6DD73-E0C0-5492-BA0C-E9907B986300}" dt="2026-09-09T04:38:11.306" v="8586" actId="1076"/>
          <ac:spMkLst>
            <pc:docMk/>
            <pc:sldMk cId="1025866110" sldId="265"/>
            <ac:spMk id="6" creationId="{5BB04CEF-FB7D-2D83-86E4-B2A521E9CAA2}"/>
          </ac:spMkLst>
        </pc:spChg>
        <pc:spChg chg="add mod">
          <ac:chgData name="Karell Yusdygo" userId="8b3ea7e4-4e5b-47df-8452-f56c073920d1" providerId="ADAL" clId="{07B6DD73-E0C0-5492-BA0C-E9907B986300}" dt="2026-09-09T04:52:12.211" v="8705" actId="114"/>
          <ac:spMkLst>
            <pc:docMk/>
            <pc:sldMk cId="1025866110" sldId="265"/>
            <ac:spMk id="7" creationId="{BF86BA37-06C9-950F-4C8C-C51E9EF64350}"/>
          </ac:spMkLst>
        </pc:spChg>
        <pc:spChg chg="add mod">
          <ac:chgData name="Karell Yusdygo" userId="8b3ea7e4-4e5b-47df-8452-f56c073920d1" providerId="ADAL" clId="{07B6DD73-E0C0-5492-BA0C-E9907B986300}" dt="2026-09-09T02:10:00.679" v="8206"/>
          <ac:spMkLst>
            <pc:docMk/>
            <pc:sldMk cId="1025866110" sldId="265"/>
            <ac:spMk id="8" creationId="{9507F1BD-D847-8C8E-9C8C-37107CDF10BF}"/>
          </ac:spMkLst>
        </pc:spChg>
        <pc:spChg chg="add mod">
          <ac:chgData name="Karell Yusdygo" userId="8b3ea7e4-4e5b-47df-8452-f56c073920d1" providerId="ADAL" clId="{07B6DD73-E0C0-5492-BA0C-E9907B986300}" dt="2026-09-09T04:38:18.768" v="8662" actId="207"/>
          <ac:spMkLst>
            <pc:docMk/>
            <pc:sldMk cId="1025866110" sldId="265"/>
            <ac:spMk id="9" creationId="{52BA460B-7B6D-CBB5-8D6B-DE9535572E80}"/>
          </ac:spMkLst>
        </pc:spChg>
        <pc:spChg chg="add del mod">
          <ac:chgData name="Karell Yusdygo" userId="8b3ea7e4-4e5b-47df-8452-f56c073920d1" providerId="ADAL" clId="{07B6DD73-E0C0-5492-BA0C-E9907B986300}" dt="2026-09-09T04:38:25.214" v="8664"/>
          <ac:spMkLst>
            <pc:docMk/>
            <pc:sldMk cId="1025866110" sldId="265"/>
            <ac:spMk id="10" creationId="{3CFEF50F-E50C-74E0-178C-FE72A811214E}"/>
          </ac:spMkLst>
        </pc:spChg>
        <pc:spChg chg="mod modCrop">
          <ac:chgData name="Karell Yusdygo" userId="8b3ea7e4-4e5b-47df-8452-f56c073920d1" providerId="ADAL" clId="{07B6DD73-E0C0-5492-BA0C-E9907B986300}" dt="2026-09-09T01:04:42.776" v="8048" actId="1076"/>
          <ac:spMkLst>
            <pc:docMk/>
            <pc:sldMk cId="1025866110" sldId="265"/>
            <ac:spMk id="23" creationId="{EBFCD0E5-51F1-B056-8294-FD33119FF7EC}"/>
          </ac:spMkLst>
        </pc:spChg>
        <pc:spChg chg="mod">
          <ac:chgData name="Karell Yusdygo" userId="8b3ea7e4-4e5b-47df-8452-f56c073920d1" providerId="ADAL" clId="{07B6DD73-E0C0-5492-BA0C-E9907B986300}" dt="2026-09-08T14:28:11.560" v="6409" actId="167"/>
          <ac:spMkLst>
            <pc:docMk/>
            <pc:sldMk cId="1025866110" sldId="265"/>
            <ac:spMk id="44" creationId="{DD7ECFE7-9BD7-0FA9-5DAE-0D5322DB42AC}"/>
          </ac:spMkLst>
        </pc:spChg>
        <pc:picChg chg="add mod">
          <ac:chgData name="Karell Yusdygo" userId="8b3ea7e4-4e5b-47df-8452-f56c073920d1" providerId="ADAL" clId="{07B6DD73-E0C0-5492-BA0C-E9907B986300}" dt="2026-09-08T15:03:46.292" v="6656" actId="1076"/>
          <ac:picMkLst>
            <pc:docMk/>
            <pc:sldMk cId="1025866110" sldId="265"/>
            <ac:picMk id="2" creationId="{AD3CF48F-7DA8-DE42-6C83-37CE4B71C9DB}"/>
          </ac:picMkLst>
        </pc:picChg>
        <pc:picChg chg="mod">
          <ac:chgData name="Karell Yusdygo" userId="8b3ea7e4-4e5b-47df-8452-f56c073920d1" providerId="ADAL" clId="{07B6DD73-E0C0-5492-BA0C-E9907B986300}" dt="2026-09-08T05:18:50.152" v="3145" actId="1076"/>
          <ac:picMkLst>
            <pc:docMk/>
            <pc:sldMk cId="1025866110" sldId="265"/>
            <ac:picMk id="46" creationId="{99718030-D474-D1C4-86B2-2BE620714E3E}"/>
          </ac:picMkLst>
        </pc:picChg>
      </pc:sldChg>
      <pc:sldChg chg="addSp delSp modSp mod">
        <pc:chgData name="Karell Yusdygo" userId="8b3ea7e4-4e5b-47df-8452-f56c073920d1" providerId="ADAL" clId="{07B6DD73-E0C0-5492-BA0C-E9907B986300}" dt="2026-09-09T05:35:34.312" v="8980" actId="20577"/>
        <pc:sldMkLst>
          <pc:docMk/>
          <pc:sldMk cId="1820912438" sldId="284"/>
        </pc:sldMkLst>
        <pc:spChg chg="add mod">
          <ac:chgData name="Karell Yusdygo" userId="8b3ea7e4-4e5b-47df-8452-f56c073920d1" providerId="ADAL" clId="{07B6DD73-E0C0-5492-BA0C-E9907B986300}" dt="2026-09-09T05:35:34.312" v="8980" actId="20577"/>
          <ac:spMkLst>
            <pc:docMk/>
            <pc:sldMk cId="1820912438" sldId="284"/>
            <ac:spMk id="4" creationId="{0399FFFE-A067-2F7B-B789-27B23ED67DD6}"/>
          </ac:spMkLst>
        </pc:spChg>
      </pc:sldChg>
      <pc:sldChg chg="addSp delSp modSp add mod ord setBg">
        <pc:chgData name="Karell Yusdygo" userId="8b3ea7e4-4e5b-47df-8452-f56c073920d1" providerId="ADAL" clId="{07B6DD73-E0C0-5492-BA0C-E9907B986300}" dt="2026-09-08T05:11:39.415" v="3115" actId="20578"/>
        <pc:sldMkLst>
          <pc:docMk/>
          <pc:sldMk cId="292758808" sldId="285"/>
        </pc:sldMkLst>
        <pc:spChg chg="add mod">
          <ac:chgData name="Karell Yusdygo" userId="8b3ea7e4-4e5b-47df-8452-f56c073920d1" providerId="ADAL" clId="{07B6DD73-E0C0-5492-BA0C-E9907B986300}" dt="2026-09-08T05:06:35.552" v="3062" actId="1076"/>
          <ac:spMkLst>
            <pc:docMk/>
            <pc:sldMk cId="292758808" sldId="285"/>
            <ac:spMk id="2" creationId="{E48E8494-E9A4-E7F5-41B8-9A08388F9769}"/>
          </ac:spMkLst>
        </pc:spChg>
        <pc:spChg chg="mod">
          <ac:chgData name="Karell Yusdygo" userId="8b3ea7e4-4e5b-47df-8452-f56c073920d1" providerId="ADAL" clId="{07B6DD73-E0C0-5492-BA0C-E9907B986300}" dt="2026-09-08T05:06:01.601" v="3060" actId="1076"/>
          <ac:spMkLst>
            <pc:docMk/>
            <pc:sldMk cId="292758808" sldId="285"/>
            <ac:spMk id="3" creationId="{AB00CEAA-90B8-46DC-8C5D-5939202D3477}"/>
          </ac:spMkLst>
        </pc:spChg>
        <pc:spChg chg="mod">
          <ac:chgData name="Karell Yusdygo" userId="8b3ea7e4-4e5b-47df-8452-f56c073920d1" providerId="ADAL" clId="{07B6DD73-E0C0-5492-BA0C-E9907B986300}" dt="2026-09-08T04:59:06.413" v="2978"/>
          <ac:spMkLst>
            <pc:docMk/>
            <pc:sldMk cId="292758808" sldId="285"/>
            <ac:spMk id="6" creationId="{B51CE3AD-3EDE-397D-7C6B-09B1675AE7C5}"/>
          </ac:spMkLst>
        </pc:spChg>
        <pc:spChg chg="mod">
          <ac:chgData name="Karell Yusdygo" userId="8b3ea7e4-4e5b-47df-8452-f56c073920d1" providerId="ADAL" clId="{07B6DD73-E0C0-5492-BA0C-E9907B986300}" dt="2026-09-08T04:59:06.413" v="2978"/>
          <ac:spMkLst>
            <pc:docMk/>
            <pc:sldMk cId="292758808" sldId="285"/>
            <ac:spMk id="7" creationId="{A0278161-6022-EFD7-98F8-62479F12257A}"/>
          </ac:spMkLst>
        </pc:spChg>
        <pc:spChg chg="mod">
          <ac:chgData name="Karell Yusdygo" userId="8b3ea7e4-4e5b-47df-8452-f56c073920d1" providerId="ADAL" clId="{07B6DD73-E0C0-5492-BA0C-E9907B986300}" dt="2026-09-08T04:59:06.413" v="2978"/>
          <ac:spMkLst>
            <pc:docMk/>
            <pc:sldMk cId="292758808" sldId="285"/>
            <ac:spMk id="9" creationId="{3BB53BFD-BA54-79F6-0E64-B1F11F956EAA}"/>
          </ac:spMkLst>
        </pc:spChg>
        <pc:spChg chg="mod">
          <ac:chgData name="Karell Yusdygo" userId="8b3ea7e4-4e5b-47df-8452-f56c073920d1" providerId="ADAL" clId="{07B6DD73-E0C0-5492-BA0C-E9907B986300}" dt="2026-09-08T04:59:06.413" v="2978"/>
          <ac:spMkLst>
            <pc:docMk/>
            <pc:sldMk cId="292758808" sldId="285"/>
            <ac:spMk id="11" creationId="{53F53F5C-1FCE-3D8E-457A-1815F15D84F2}"/>
          </ac:spMkLst>
        </pc:spChg>
        <pc:spChg chg="mod">
          <ac:chgData name="Karell Yusdygo" userId="8b3ea7e4-4e5b-47df-8452-f56c073920d1" providerId="ADAL" clId="{07B6DD73-E0C0-5492-BA0C-E9907B986300}" dt="2026-09-08T04:59:06.413" v="2978"/>
          <ac:spMkLst>
            <pc:docMk/>
            <pc:sldMk cId="292758808" sldId="285"/>
            <ac:spMk id="12" creationId="{59AF72F3-1977-9835-0A03-8E3DBF5FEA79}"/>
          </ac:spMkLst>
        </pc:spChg>
        <pc:spChg chg="mod">
          <ac:chgData name="Karell Yusdygo" userId="8b3ea7e4-4e5b-47df-8452-f56c073920d1" providerId="ADAL" clId="{07B6DD73-E0C0-5492-BA0C-E9907B986300}" dt="2026-09-08T04:59:06.413" v="2978"/>
          <ac:spMkLst>
            <pc:docMk/>
            <pc:sldMk cId="292758808" sldId="285"/>
            <ac:spMk id="13" creationId="{E5E4D4E4-0ECA-D440-BA95-D3E0F5629FBC}"/>
          </ac:spMkLst>
        </pc:spChg>
        <pc:spChg chg="mod">
          <ac:chgData name="Karell Yusdygo" userId="8b3ea7e4-4e5b-47df-8452-f56c073920d1" providerId="ADAL" clId="{07B6DD73-E0C0-5492-BA0C-E9907B986300}" dt="2026-09-08T04:59:06.413" v="2978"/>
          <ac:spMkLst>
            <pc:docMk/>
            <pc:sldMk cId="292758808" sldId="285"/>
            <ac:spMk id="15" creationId="{7F5FE25F-A635-5EFE-675A-89971922F360}"/>
          </ac:spMkLst>
        </pc:spChg>
        <pc:spChg chg="mod">
          <ac:chgData name="Karell Yusdygo" userId="8b3ea7e4-4e5b-47df-8452-f56c073920d1" providerId="ADAL" clId="{07B6DD73-E0C0-5492-BA0C-E9907B986300}" dt="2026-09-08T04:59:06.413" v="2978"/>
          <ac:spMkLst>
            <pc:docMk/>
            <pc:sldMk cId="292758808" sldId="285"/>
            <ac:spMk id="16" creationId="{DB333726-7C1E-AEDA-C3E6-FBCFA9B5622C}"/>
          </ac:spMkLst>
        </pc:spChg>
        <pc:spChg chg="mod">
          <ac:chgData name="Karell Yusdygo" userId="8b3ea7e4-4e5b-47df-8452-f56c073920d1" providerId="ADAL" clId="{07B6DD73-E0C0-5492-BA0C-E9907B986300}" dt="2026-09-08T04:59:06.413" v="2978"/>
          <ac:spMkLst>
            <pc:docMk/>
            <pc:sldMk cId="292758808" sldId="285"/>
            <ac:spMk id="20" creationId="{257ABD14-60E0-DA17-B843-9D9061FE539E}"/>
          </ac:spMkLst>
        </pc:spChg>
        <pc:spChg chg="mod">
          <ac:chgData name="Karell Yusdygo" userId="8b3ea7e4-4e5b-47df-8452-f56c073920d1" providerId="ADAL" clId="{07B6DD73-E0C0-5492-BA0C-E9907B986300}" dt="2026-09-08T04:59:06.413" v="2978"/>
          <ac:spMkLst>
            <pc:docMk/>
            <pc:sldMk cId="292758808" sldId="285"/>
            <ac:spMk id="23" creationId="{64D59C69-3B4D-2FB0-65EC-1EB6AC4FCAE2}"/>
          </ac:spMkLst>
        </pc:spChg>
        <pc:spChg chg="add mod">
          <ac:chgData name="Karell Yusdygo" userId="8b3ea7e4-4e5b-47df-8452-f56c073920d1" providerId="ADAL" clId="{07B6DD73-E0C0-5492-BA0C-E9907B986300}" dt="2026-09-08T05:06:01.601" v="3060" actId="1076"/>
          <ac:spMkLst>
            <pc:docMk/>
            <pc:sldMk cId="292758808" sldId="285"/>
            <ac:spMk id="27" creationId="{7F78290B-06C8-6762-A9E6-4EE797E89A9D}"/>
          </ac:spMkLst>
        </pc:spChg>
        <pc:grpChg chg="mod">
          <ac:chgData name="Karell Yusdygo" userId="8b3ea7e4-4e5b-47df-8452-f56c073920d1" providerId="ADAL" clId="{07B6DD73-E0C0-5492-BA0C-E9907B986300}" dt="2026-09-08T04:59:35.314" v="2985" actId="1076"/>
          <ac:grpSpMkLst>
            <pc:docMk/>
            <pc:sldMk cId="292758808" sldId="285"/>
            <ac:grpSpMk id="5" creationId="{B3249BC3-93EA-CA5B-FE34-B779720C7184}"/>
          </ac:grpSpMkLst>
        </pc:grpChg>
        <pc:picChg chg="add mod">
          <ac:chgData name="Karell Yusdygo" userId="8b3ea7e4-4e5b-47df-8452-f56c073920d1" providerId="ADAL" clId="{07B6DD73-E0C0-5492-BA0C-E9907B986300}" dt="2026-09-08T04:59:31.945" v="2984" actId="1076"/>
          <ac:picMkLst>
            <pc:docMk/>
            <pc:sldMk cId="292758808" sldId="285"/>
            <ac:picMk id="24" creationId="{2EE7BC8F-93D0-60CE-E36F-91DDB29F07A8}"/>
          </ac:picMkLst>
        </pc:picChg>
      </pc:sldChg>
      <pc:sldChg chg="addSp delSp modSp add mod ord modAnim modNotesTx">
        <pc:chgData name="Karell Yusdygo" userId="8b3ea7e4-4e5b-47df-8452-f56c073920d1" providerId="ADAL" clId="{07B6DD73-E0C0-5492-BA0C-E9907B986300}" dt="2026-09-09T04:52:18.798" v="8706" actId="114"/>
        <pc:sldMkLst>
          <pc:docMk/>
          <pc:sldMk cId="1234581658" sldId="286"/>
        </pc:sldMkLst>
        <pc:spChg chg="add mod">
          <ac:chgData name="Karell Yusdygo" userId="8b3ea7e4-4e5b-47df-8452-f56c073920d1" providerId="ADAL" clId="{07B6DD73-E0C0-5492-BA0C-E9907B986300}" dt="2026-09-09T02:09:18.848" v="8203" actId="171"/>
          <ac:spMkLst>
            <pc:docMk/>
            <pc:sldMk cId="1234581658" sldId="286"/>
            <ac:spMk id="3" creationId="{C1175A57-A361-BC32-6BF8-7F5C347359A2}"/>
          </ac:spMkLst>
        </pc:spChg>
        <pc:spChg chg="add mod">
          <ac:chgData name="Karell Yusdygo" userId="8b3ea7e4-4e5b-47df-8452-f56c073920d1" providerId="ADAL" clId="{07B6DD73-E0C0-5492-BA0C-E9907B986300}" dt="2026-09-09T04:38:26.753" v="8665"/>
          <ac:spMkLst>
            <pc:docMk/>
            <pc:sldMk cId="1234581658" sldId="286"/>
            <ac:spMk id="4" creationId="{2393FCF9-606E-DDD8-1F72-2956038CF058}"/>
          </ac:spMkLst>
        </pc:spChg>
        <pc:spChg chg="add mod">
          <ac:chgData name="Karell Yusdygo" userId="8b3ea7e4-4e5b-47df-8452-f56c073920d1" providerId="ADAL" clId="{07B6DD73-E0C0-5492-BA0C-E9907B986300}" dt="2026-09-09T04:52:18.798" v="8706" actId="114"/>
          <ac:spMkLst>
            <pc:docMk/>
            <pc:sldMk cId="1234581658" sldId="286"/>
            <ac:spMk id="5" creationId="{D9D72E61-B9CB-60C3-2555-0B257F562DB7}"/>
          </ac:spMkLst>
        </pc:spChg>
        <pc:spChg chg="add mod">
          <ac:chgData name="Karell Yusdygo" userId="8b3ea7e4-4e5b-47df-8452-f56c073920d1" providerId="ADAL" clId="{07B6DD73-E0C0-5492-BA0C-E9907B986300}" dt="2026-09-09T04:38:26.753" v="8665"/>
          <ac:spMkLst>
            <pc:docMk/>
            <pc:sldMk cId="1234581658" sldId="286"/>
            <ac:spMk id="6" creationId="{83071FF3-D70E-FA8A-4400-DB733D1F6E18}"/>
          </ac:spMkLst>
        </pc:spChg>
        <pc:spChg chg="mod">
          <ac:chgData name="Karell Yusdygo" userId="8b3ea7e4-4e5b-47df-8452-f56c073920d1" providerId="ADAL" clId="{07B6DD73-E0C0-5492-BA0C-E9907B986300}" dt="2026-09-06T08:16:04.568" v="624" actId="20577"/>
          <ac:spMkLst>
            <pc:docMk/>
            <pc:sldMk cId="1234581658" sldId="286"/>
            <ac:spMk id="21" creationId="{6F102A57-9C75-B32C-2122-35CFB94900AF}"/>
          </ac:spMkLst>
        </pc:spChg>
        <pc:spChg chg="add del mod modCrop">
          <ac:chgData name="Karell Yusdygo" userId="8b3ea7e4-4e5b-47df-8452-f56c073920d1" providerId="ADAL" clId="{07B6DD73-E0C0-5492-BA0C-E9907B986300}" dt="2026-09-09T02:09:05.295" v="8199" actId="478"/>
          <ac:spMkLst>
            <pc:docMk/>
            <pc:sldMk cId="1234581658" sldId="286"/>
            <ac:spMk id="23" creationId="{964A4A29-C865-49DD-F3DA-DE6D26B7E247}"/>
          </ac:spMkLst>
        </pc:spChg>
        <pc:spChg chg="mod">
          <ac:chgData name="Karell Yusdygo" userId="8b3ea7e4-4e5b-47df-8452-f56c073920d1" providerId="ADAL" clId="{07B6DD73-E0C0-5492-BA0C-E9907B986300}" dt="2026-09-08T14:26:07.404" v="6277" actId="1076"/>
          <ac:spMkLst>
            <pc:docMk/>
            <pc:sldMk cId="1234581658" sldId="286"/>
            <ac:spMk id="44" creationId="{53943C2A-0BCE-CAF8-B837-743A1EA4A795}"/>
          </ac:spMkLst>
        </pc:spChg>
        <pc:picChg chg="add mod">
          <ac:chgData name="Karell Yusdygo" userId="8b3ea7e4-4e5b-47df-8452-f56c073920d1" providerId="ADAL" clId="{07B6DD73-E0C0-5492-BA0C-E9907B986300}" dt="2026-09-08T14:26:13.790" v="6313" actId="29295"/>
          <ac:picMkLst>
            <pc:docMk/>
            <pc:sldMk cId="1234581658" sldId="286"/>
            <ac:picMk id="2" creationId="{13C2E2F8-2CF5-ADB0-D06A-96C2EB7C349A}"/>
          </ac:picMkLst>
        </pc:picChg>
      </pc:sldChg>
      <pc:sldChg chg="delSp modSp add mod modNotesTx">
        <pc:chgData name="Karell Yusdygo" userId="8b3ea7e4-4e5b-47df-8452-f56c073920d1" providerId="ADAL" clId="{07B6DD73-E0C0-5492-BA0C-E9907B986300}" dt="2026-09-09T00:02:27.081" v="7020" actId="14100"/>
        <pc:sldMkLst>
          <pc:docMk/>
          <pc:sldMk cId="876466302" sldId="288"/>
        </pc:sldMkLst>
        <pc:spChg chg="mod">
          <ac:chgData name="Karell Yusdygo" userId="8b3ea7e4-4e5b-47df-8452-f56c073920d1" providerId="ADAL" clId="{07B6DD73-E0C0-5492-BA0C-E9907B986300}" dt="2026-09-09T00:02:18.904" v="7018" actId="2710"/>
          <ac:spMkLst>
            <pc:docMk/>
            <pc:sldMk cId="876466302" sldId="288"/>
            <ac:spMk id="3" creationId="{AB51D343-ECCC-ED7C-7BFA-AF86E8C6B51A}"/>
          </ac:spMkLst>
        </pc:spChg>
        <pc:spChg chg="mod">
          <ac:chgData name="Karell Yusdygo" userId="8b3ea7e4-4e5b-47df-8452-f56c073920d1" providerId="ADAL" clId="{07B6DD73-E0C0-5492-BA0C-E9907B986300}" dt="2026-09-09T00:02:27.081" v="7020" actId="14100"/>
          <ac:spMkLst>
            <pc:docMk/>
            <pc:sldMk cId="876466302" sldId="288"/>
            <ac:spMk id="5" creationId="{F15EF8D9-625F-D85B-6DB0-DF81F6BAA2C7}"/>
          </ac:spMkLst>
        </pc:spChg>
        <pc:spChg chg="del mod">
          <ac:chgData name="Karell Yusdygo" userId="8b3ea7e4-4e5b-47df-8452-f56c073920d1" providerId="ADAL" clId="{07B6DD73-E0C0-5492-BA0C-E9907B986300}" dt="2026-09-09T00:00:56.724" v="7014" actId="478"/>
          <ac:spMkLst>
            <pc:docMk/>
            <pc:sldMk cId="876466302" sldId="288"/>
            <ac:spMk id="30" creationId="{9BEF8C98-DCB8-AB3C-3E05-5B32FB6B2ACC}"/>
          </ac:spMkLst>
        </pc:spChg>
      </pc:sldChg>
      <pc:sldChg chg="addSp delSp modSp add mod ord modAnim modNotesTx">
        <pc:chgData name="Karell Yusdygo" userId="8b3ea7e4-4e5b-47df-8452-f56c073920d1" providerId="ADAL" clId="{07B6DD73-E0C0-5492-BA0C-E9907B986300}" dt="2026-09-09T05:01:53.096" v="8866" actId="114"/>
        <pc:sldMkLst>
          <pc:docMk/>
          <pc:sldMk cId="3488013413" sldId="289"/>
        </pc:sldMkLst>
        <pc:spChg chg="add mod">
          <ac:chgData name="Karell Yusdygo" userId="8b3ea7e4-4e5b-47df-8452-f56c073920d1" providerId="ADAL" clId="{07B6DD73-E0C0-5492-BA0C-E9907B986300}" dt="2026-09-09T02:09:00.791" v="8198" actId="171"/>
          <ac:spMkLst>
            <pc:docMk/>
            <pc:sldMk cId="3488013413" sldId="289"/>
            <ac:spMk id="2" creationId="{E37AA01D-8081-1BD8-000A-7FF515C33512}"/>
          </ac:spMkLst>
        </pc:spChg>
        <pc:spChg chg="add mod">
          <ac:chgData name="Karell Yusdygo" userId="8b3ea7e4-4e5b-47df-8452-f56c073920d1" providerId="ADAL" clId="{07B6DD73-E0C0-5492-BA0C-E9907B986300}" dt="2026-09-09T04:38:29.734" v="8666"/>
          <ac:spMkLst>
            <pc:docMk/>
            <pc:sldMk cId="3488013413" sldId="289"/>
            <ac:spMk id="3" creationId="{A2B850C5-0C7D-5C42-2B2F-DA57477D6737}"/>
          </ac:spMkLst>
        </pc:spChg>
        <pc:spChg chg="add mod">
          <ac:chgData name="Karell Yusdygo" userId="8b3ea7e4-4e5b-47df-8452-f56c073920d1" providerId="ADAL" clId="{07B6DD73-E0C0-5492-BA0C-E9907B986300}" dt="2026-09-09T05:01:53.096" v="8866" actId="114"/>
          <ac:spMkLst>
            <pc:docMk/>
            <pc:sldMk cId="3488013413" sldId="289"/>
            <ac:spMk id="4" creationId="{10F3364F-A667-2833-C333-BFA7E1E5FB23}"/>
          </ac:spMkLst>
        </pc:spChg>
        <pc:spChg chg="add mod">
          <ac:chgData name="Karell Yusdygo" userId="8b3ea7e4-4e5b-47df-8452-f56c073920d1" providerId="ADAL" clId="{07B6DD73-E0C0-5492-BA0C-E9907B986300}" dt="2026-09-09T04:38:29.734" v="8666"/>
          <ac:spMkLst>
            <pc:docMk/>
            <pc:sldMk cId="3488013413" sldId="289"/>
            <ac:spMk id="5" creationId="{68EB6CCE-97F9-98BC-7DE3-A6CDEA436735}"/>
          </ac:spMkLst>
        </pc:spChg>
        <pc:spChg chg="mod">
          <ac:chgData name="Karell Yusdygo" userId="8b3ea7e4-4e5b-47df-8452-f56c073920d1" providerId="ADAL" clId="{07B6DD73-E0C0-5492-BA0C-E9907B986300}" dt="2026-09-08T14:28:25.174" v="6412" actId="20577"/>
          <ac:spMkLst>
            <pc:docMk/>
            <pc:sldMk cId="3488013413" sldId="289"/>
            <ac:spMk id="21" creationId="{C3F19F0C-C788-0761-C5A2-9FBD2F411A83}"/>
          </ac:spMkLst>
        </pc:spChg>
        <pc:spChg chg="del">
          <ac:chgData name="Karell Yusdygo" userId="8b3ea7e4-4e5b-47df-8452-f56c073920d1" providerId="ADAL" clId="{07B6DD73-E0C0-5492-BA0C-E9907B986300}" dt="2026-09-09T02:08:56.433" v="8196" actId="478"/>
          <ac:spMkLst>
            <pc:docMk/>
            <pc:sldMk cId="3488013413" sldId="289"/>
            <ac:spMk id="23" creationId="{65D0F198-408A-1D22-9248-52892E70B59D}"/>
          </ac:spMkLst>
        </pc:spChg>
        <pc:spChg chg="mod">
          <ac:chgData name="Karell Yusdygo" userId="8b3ea7e4-4e5b-47df-8452-f56c073920d1" providerId="ADAL" clId="{07B6DD73-E0C0-5492-BA0C-E9907B986300}" dt="2026-09-08T14:28:42.473" v="6414" actId="1076"/>
          <ac:spMkLst>
            <pc:docMk/>
            <pc:sldMk cId="3488013413" sldId="289"/>
            <ac:spMk id="44" creationId="{BF0A8D69-285D-CA22-B683-14514E8A94C4}"/>
          </ac:spMkLst>
        </pc:spChg>
      </pc:sldChg>
      <pc:sldChg chg="addSp delSp modSp add mod ord modNotesTx">
        <pc:chgData name="Karell Yusdygo" userId="8b3ea7e4-4e5b-47df-8452-f56c073920d1" providerId="ADAL" clId="{07B6DD73-E0C0-5492-BA0C-E9907B986300}" dt="2026-09-10T03:12:33.513" v="8992" actId="1076"/>
        <pc:sldMkLst>
          <pc:docMk/>
          <pc:sldMk cId="2817264075" sldId="290"/>
        </pc:sldMkLst>
        <pc:spChg chg="add mod">
          <ac:chgData name="Karell Yusdygo" userId="8b3ea7e4-4e5b-47df-8452-f56c073920d1" providerId="ADAL" clId="{07B6DD73-E0C0-5492-BA0C-E9907B986300}" dt="2026-09-09T00:11:02.592" v="7097" actId="1076"/>
          <ac:spMkLst>
            <pc:docMk/>
            <pc:sldMk cId="2817264075" sldId="290"/>
            <ac:spMk id="2" creationId="{065E35E9-0B97-F199-DF5B-B5F265320753}"/>
          </ac:spMkLst>
        </pc:spChg>
        <pc:spChg chg="mod">
          <ac:chgData name="Karell Yusdygo" userId="8b3ea7e4-4e5b-47df-8452-f56c073920d1" providerId="ADAL" clId="{07B6DD73-E0C0-5492-BA0C-E9907B986300}" dt="2026-09-08T23:29:07.820" v="6713" actId="1076"/>
          <ac:spMkLst>
            <pc:docMk/>
            <pc:sldMk cId="2817264075" sldId="290"/>
            <ac:spMk id="3" creationId="{92AFB8CD-9846-ABD2-9EB0-16FD418362C3}"/>
          </ac:spMkLst>
        </pc:spChg>
        <pc:spChg chg="mod">
          <ac:chgData name="Karell Yusdygo" userId="8b3ea7e4-4e5b-47df-8452-f56c073920d1" providerId="ADAL" clId="{07B6DD73-E0C0-5492-BA0C-E9907B986300}" dt="2026-09-08T23:29:36.486" v="6756" actId="20577"/>
          <ac:spMkLst>
            <pc:docMk/>
            <pc:sldMk cId="2817264075" sldId="290"/>
            <ac:spMk id="4" creationId="{D825D320-3D8D-3EE1-A8C4-804BE62D72F8}"/>
          </ac:spMkLst>
        </pc:spChg>
        <pc:spChg chg="mod">
          <ac:chgData name="Karell Yusdygo" userId="8b3ea7e4-4e5b-47df-8452-f56c073920d1" providerId="ADAL" clId="{07B6DD73-E0C0-5492-BA0C-E9907B986300}" dt="2026-09-09T00:10:13.552" v="7088" actId="1076"/>
          <ac:spMkLst>
            <pc:docMk/>
            <pc:sldMk cId="2817264075" sldId="290"/>
            <ac:spMk id="6" creationId="{F5EE49F9-DE81-05F1-12E7-2DBF0625A24F}"/>
          </ac:spMkLst>
        </pc:spChg>
        <pc:spChg chg="mod">
          <ac:chgData name="Karell Yusdygo" userId="8b3ea7e4-4e5b-47df-8452-f56c073920d1" providerId="ADAL" clId="{07B6DD73-E0C0-5492-BA0C-E9907B986300}" dt="2026-09-09T00:11:02.592" v="7097" actId="1076"/>
          <ac:spMkLst>
            <pc:docMk/>
            <pc:sldMk cId="2817264075" sldId="290"/>
            <ac:spMk id="8" creationId="{6ACD5492-C344-D555-340F-63844D97141B}"/>
          </ac:spMkLst>
        </pc:spChg>
        <pc:spChg chg="mod">
          <ac:chgData name="Karell Yusdygo" userId="8b3ea7e4-4e5b-47df-8452-f56c073920d1" providerId="ADAL" clId="{07B6DD73-E0C0-5492-BA0C-E9907B986300}" dt="2026-09-08T23:29:07.820" v="6713" actId="1076"/>
          <ac:spMkLst>
            <pc:docMk/>
            <pc:sldMk cId="2817264075" sldId="290"/>
            <ac:spMk id="9" creationId="{F7118108-C823-BD80-C63B-6892CB9E6FD1}"/>
          </ac:spMkLst>
        </pc:spChg>
        <pc:spChg chg="add mod">
          <ac:chgData name="Karell Yusdygo" userId="8b3ea7e4-4e5b-47df-8452-f56c073920d1" providerId="ADAL" clId="{07B6DD73-E0C0-5492-BA0C-E9907B986300}" dt="2026-09-09T00:11:02.592" v="7097" actId="1076"/>
          <ac:spMkLst>
            <pc:docMk/>
            <pc:sldMk cId="2817264075" sldId="290"/>
            <ac:spMk id="12" creationId="{81CB7823-591D-26CB-30DE-305D443E2019}"/>
          </ac:spMkLst>
        </pc:spChg>
        <pc:spChg chg="add mod">
          <ac:chgData name="Karell Yusdygo" userId="8b3ea7e4-4e5b-47df-8452-f56c073920d1" providerId="ADAL" clId="{07B6DD73-E0C0-5492-BA0C-E9907B986300}" dt="2026-09-09T00:11:02.592" v="7097" actId="1076"/>
          <ac:spMkLst>
            <pc:docMk/>
            <pc:sldMk cId="2817264075" sldId="290"/>
            <ac:spMk id="14" creationId="{E7D435A8-A788-B38B-56B8-888AEE1AD324}"/>
          </ac:spMkLst>
        </pc:spChg>
        <pc:spChg chg="mod">
          <ac:chgData name="Karell Yusdygo" userId="8b3ea7e4-4e5b-47df-8452-f56c073920d1" providerId="ADAL" clId="{07B6DD73-E0C0-5492-BA0C-E9907B986300}" dt="2026-09-09T00:53:46.733" v="8004" actId="14100"/>
          <ac:spMkLst>
            <pc:docMk/>
            <pc:sldMk cId="2817264075" sldId="290"/>
            <ac:spMk id="15" creationId="{19531A92-D692-2E3C-1203-507F0D91FBDE}"/>
          </ac:spMkLst>
        </pc:spChg>
        <pc:spChg chg="mod">
          <ac:chgData name="Karell Yusdygo" userId="8b3ea7e4-4e5b-47df-8452-f56c073920d1" providerId="ADAL" clId="{07B6DD73-E0C0-5492-BA0C-E9907B986300}" dt="2026-09-08T23:31:52.801" v="6770" actId="14100"/>
          <ac:spMkLst>
            <pc:docMk/>
            <pc:sldMk cId="2817264075" sldId="290"/>
            <ac:spMk id="16" creationId="{7A2A3FD3-AD4F-3612-67A8-017B19FB4E20}"/>
          </ac:spMkLst>
        </pc:spChg>
        <pc:spChg chg="add del mod">
          <ac:chgData name="Karell Yusdygo" userId="8b3ea7e4-4e5b-47df-8452-f56c073920d1" providerId="ADAL" clId="{07B6DD73-E0C0-5492-BA0C-E9907B986300}" dt="2026-09-09T00:10:13.552" v="7088" actId="1076"/>
          <ac:spMkLst>
            <pc:docMk/>
            <pc:sldMk cId="2817264075" sldId="290"/>
            <ac:spMk id="17" creationId="{E5147A8F-8127-F84D-A577-90DABA1AFF73}"/>
          </ac:spMkLst>
        </pc:spChg>
        <pc:spChg chg="add del mod">
          <ac:chgData name="Karell Yusdygo" userId="8b3ea7e4-4e5b-47df-8452-f56c073920d1" providerId="ADAL" clId="{07B6DD73-E0C0-5492-BA0C-E9907B986300}" dt="2026-09-09T00:16:41.877" v="7426" actId="207"/>
          <ac:spMkLst>
            <pc:docMk/>
            <pc:sldMk cId="2817264075" sldId="290"/>
            <ac:spMk id="18" creationId="{2CFD3B5D-7246-5D1F-3EAC-532BDC996255}"/>
          </ac:spMkLst>
        </pc:spChg>
        <pc:spChg chg="mod">
          <ac:chgData name="Karell Yusdygo" userId="8b3ea7e4-4e5b-47df-8452-f56c073920d1" providerId="ADAL" clId="{07B6DD73-E0C0-5492-BA0C-E9907B986300}" dt="2026-09-09T00:53:53.562" v="8009" actId="1035"/>
          <ac:spMkLst>
            <pc:docMk/>
            <pc:sldMk cId="2817264075" sldId="290"/>
            <ac:spMk id="19" creationId="{B82B40E7-2F6D-E52B-2D7A-29508D9C4530}"/>
          </ac:spMkLst>
        </pc:spChg>
        <pc:spChg chg="mod">
          <ac:chgData name="Karell Yusdygo" userId="8b3ea7e4-4e5b-47df-8452-f56c073920d1" providerId="ADAL" clId="{07B6DD73-E0C0-5492-BA0C-E9907B986300}" dt="2026-09-10T03:12:33.513" v="8992" actId="1076"/>
          <ac:spMkLst>
            <pc:docMk/>
            <pc:sldMk cId="2817264075" sldId="290"/>
            <ac:spMk id="20" creationId="{A5BB005B-4BE2-B0F5-B854-E743C3DE6FB8}"/>
          </ac:spMkLst>
        </pc:spChg>
        <pc:spChg chg="add del mod">
          <ac:chgData name="Karell Yusdygo" userId="8b3ea7e4-4e5b-47df-8452-f56c073920d1" providerId="ADAL" clId="{07B6DD73-E0C0-5492-BA0C-E9907B986300}" dt="2026-09-09T05:11:53.184" v="8895" actId="478"/>
          <ac:spMkLst>
            <pc:docMk/>
            <pc:sldMk cId="2817264075" sldId="290"/>
            <ac:spMk id="21" creationId="{634CE211-A47C-26A6-BAD7-5A5595467C2D}"/>
          </ac:spMkLst>
        </pc:spChg>
        <pc:spChg chg="mod">
          <ac:chgData name="Karell Yusdygo" userId="8b3ea7e4-4e5b-47df-8452-f56c073920d1" providerId="ADAL" clId="{07B6DD73-E0C0-5492-BA0C-E9907B986300}" dt="2026-09-09T04:32:51.364" v="8447" actId="1036"/>
          <ac:spMkLst>
            <pc:docMk/>
            <pc:sldMk cId="2817264075" sldId="290"/>
            <ac:spMk id="22" creationId="{E61EA2AF-F35E-C21A-1B9A-E3CBC89DCBD0}"/>
          </ac:spMkLst>
        </pc:spChg>
        <pc:spChg chg="mod">
          <ac:chgData name="Karell Yusdygo" userId="8b3ea7e4-4e5b-47df-8452-f56c073920d1" providerId="ADAL" clId="{07B6DD73-E0C0-5492-BA0C-E9907B986300}" dt="2026-09-09T00:11:02.592" v="7097" actId="1076"/>
          <ac:spMkLst>
            <pc:docMk/>
            <pc:sldMk cId="2817264075" sldId="290"/>
            <ac:spMk id="23" creationId="{3C1E9B96-3B9E-ACEB-781B-F034D4B187A7}"/>
          </ac:spMkLst>
        </pc:spChg>
        <pc:spChg chg="mod">
          <ac:chgData name="Karell Yusdygo" userId="8b3ea7e4-4e5b-47df-8452-f56c073920d1" providerId="ADAL" clId="{07B6DD73-E0C0-5492-BA0C-E9907B986300}" dt="2026-09-08T23:50:56.901" v="6922" actId="1076"/>
          <ac:spMkLst>
            <pc:docMk/>
            <pc:sldMk cId="2817264075" sldId="290"/>
            <ac:spMk id="25" creationId="{146C3BAB-1301-42B5-33BF-DA27D227D6C5}"/>
          </ac:spMkLst>
        </pc:spChg>
        <pc:spChg chg="mod">
          <ac:chgData name="Karell Yusdygo" userId="8b3ea7e4-4e5b-47df-8452-f56c073920d1" providerId="ADAL" clId="{07B6DD73-E0C0-5492-BA0C-E9907B986300}" dt="2026-09-08T23:32:11.189" v="6777" actId="14100"/>
          <ac:spMkLst>
            <pc:docMk/>
            <pc:sldMk cId="2817264075" sldId="290"/>
            <ac:spMk id="26" creationId="{4A739015-26A1-D4E9-2B85-785A1C425AA0}"/>
          </ac:spMkLst>
        </pc:spChg>
        <pc:spChg chg="mod">
          <ac:chgData name="Karell Yusdygo" userId="8b3ea7e4-4e5b-47df-8452-f56c073920d1" providerId="ADAL" clId="{07B6DD73-E0C0-5492-BA0C-E9907B986300}" dt="2026-09-09T00:02:56.459" v="7021" actId="14100"/>
          <ac:spMkLst>
            <pc:docMk/>
            <pc:sldMk cId="2817264075" sldId="290"/>
            <ac:spMk id="27" creationId="{BA40768A-68CB-83C6-ABD9-F89DEF79783F}"/>
          </ac:spMkLst>
        </pc:spChg>
        <pc:spChg chg="mod">
          <ac:chgData name="Karell Yusdygo" userId="8b3ea7e4-4e5b-47df-8452-f56c073920d1" providerId="ADAL" clId="{07B6DD73-E0C0-5492-BA0C-E9907B986300}" dt="2026-09-09T04:32:51.364" v="8447" actId="1036"/>
          <ac:spMkLst>
            <pc:docMk/>
            <pc:sldMk cId="2817264075" sldId="290"/>
            <ac:spMk id="28" creationId="{17F35EED-2922-DFED-55E4-3A4747F207F3}"/>
          </ac:spMkLst>
        </pc:spChg>
        <pc:spChg chg="mod">
          <ac:chgData name="Karell Yusdygo" userId="8b3ea7e4-4e5b-47df-8452-f56c073920d1" providerId="ADAL" clId="{07B6DD73-E0C0-5492-BA0C-E9907B986300}" dt="2026-09-08T23:33:07.676" v="6799" actId="1076"/>
          <ac:spMkLst>
            <pc:docMk/>
            <pc:sldMk cId="2817264075" sldId="290"/>
            <ac:spMk id="29" creationId="{62539181-969D-DC55-21B1-AC848D239941}"/>
          </ac:spMkLst>
        </pc:spChg>
        <pc:spChg chg="add mod">
          <ac:chgData name="Karell Yusdygo" userId="8b3ea7e4-4e5b-47df-8452-f56c073920d1" providerId="ADAL" clId="{07B6DD73-E0C0-5492-BA0C-E9907B986300}" dt="2026-09-09T00:11:02.592" v="7097" actId="1076"/>
          <ac:spMkLst>
            <pc:docMk/>
            <pc:sldMk cId="2817264075" sldId="290"/>
            <ac:spMk id="31" creationId="{D8025F12-CA00-6380-6729-AF52B2DCDFC0}"/>
          </ac:spMkLst>
        </pc:spChg>
        <pc:spChg chg="add mod">
          <ac:chgData name="Karell Yusdygo" userId="8b3ea7e4-4e5b-47df-8452-f56c073920d1" providerId="ADAL" clId="{07B6DD73-E0C0-5492-BA0C-E9907B986300}" dt="2026-09-09T00:11:02.592" v="7097" actId="1076"/>
          <ac:spMkLst>
            <pc:docMk/>
            <pc:sldMk cId="2817264075" sldId="290"/>
            <ac:spMk id="32" creationId="{887921DB-BE8E-F715-16F5-CCBFFA9BBA93}"/>
          </ac:spMkLst>
        </pc:spChg>
        <pc:spChg chg="mod">
          <ac:chgData name="Karell Yusdygo" userId="8b3ea7e4-4e5b-47df-8452-f56c073920d1" providerId="ADAL" clId="{07B6DD73-E0C0-5492-BA0C-E9907B986300}" dt="2026-09-08T23:53:05.483" v="6939" actId="1076"/>
          <ac:spMkLst>
            <pc:docMk/>
            <pc:sldMk cId="2817264075" sldId="290"/>
            <ac:spMk id="34" creationId="{09895251-BC3A-3938-6753-97218AFFCCF9}"/>
          </ac:spMkLst>
        </pc:spChg>
        <pc:spChg chg="mod">
          <ac:chgData name="Karell Yusdygo" userId="8b3ea7e4-4e5b-47df-8452-f56c073920d1" providerId="ADAL" clId="{07B6DD73-E0C0-5492-BA0C-E9907B986300}" dt="2026-09-08T23:31:58.827" v="6773" actId="14100"/>
          <ac:spMkLst>
            <pc:docMk/>
            <pc:sldMk cId="2817264075" sldId="290"/>
            <ac:spMk id="35" creationId="{02A12129-604C-97A2-1FED-CA937928F588}"/>
          </ac:spMkLst>
        </pc:spChg>
        <pc:spChg chg="add mod">
          <ac:chgData name="Karell Yusdygo" userId="8b3ea7e4-4e5b-47df-8452-f56c073920d1" providerId="ADAL" clId="{07B6DD73-E0C0-5492-BA0C-E9907B986300}" dt="2026-09-09T00:11:02.592" v="7097" actId="1076"/>
          <ac:spMkLst>
            <pc:docMk/>
            <pc:sldMk cId="2817264075" sldId="290"/>
            <ac:spMk id="36" creationId="{841C0570-FCD2-4EDC-582E-7F62AE71DFFF}"/>
          </ac:spMkLst>
        </pc:spChg>
        <pc:spChg chg="add mod">
          <ac:chgData name="Karell Yusdygo" userId="8b3ea7e4-4e5b-47df-8452-f56c073920d1" providerId="ADAL" clId="{07B6DD73-E0C0-5492-BA0C-E9907B986300}" dt="2026-09-08T23:50:49.395" v="6920" actId="1076"/>
          <ac:spMkLst>
            <pc:docMk/>
            <pc:sldMk cId="2817264075" sldId="290"/>
            <ac:spMk id="38" creationId="{E95FA69F-1AD4-8F3F-4399-D0C0E108E981}"/>
          </ac:spMkLst>
        </pc:spChg>
        <pc:spChg chg="add mod">
          <ac:chgData name="Karell Yusdygo" userId="8b3ea7e4-4e5b-47df-8452-f56c073920d1" providerId="ADAL" clId="{07B6DD73-E0C0-5492-BA0C-E9907B986300}" dt="2026-09-09T00:11:02.592" v="7097" actId="1076"/>
          <ac:spMkLst>
            <pc:docMk/>
            <pc:sldMk cId="2817264075" sldId="290"/>
            <ac:spMk id="39" creationId="{38C8DF55-3C50-4507-B177-C99E952CB0BA}"/>
          </ac:spMkLst>
        </pc:spChg>
        <pc:spChg chg="add mod">
          <ac:chgData name="Karell Yusdygo" userId="8b3ea7e4-4e5b-47df-8452-f56c073920d1" providerId="ADAL" clId="{07B6DD73-E0C0-5492-BA0C-E9907B986300}" dt="2026-09-09T00:11:02.592" v="7097" actId="1076"/>
          <ac:spMkLst>
            <pc:docMk/>
            <pc:sldMk cId="2817264075" sldId="290"/>
            <ac:spMk id="40" creationId="{1F11B6C7-8921-A61C-AB7A-E88CD4E122A2}"/>
          </ac:spMkLst>
        </pc:spChg>
        <pc:spChg chg="add mod">
          <ac:chgData name="Karell Yusdygo" userId="8b3ea7e4-4e5b-47df-8452-f56c073920d1" providerId="ADAL" clId="{07B6DD73-E0C0-5492-BA0C-E9907B986300}" dt="2026-09-09T00:03:50.641" v="7031" actId="767"/>
          <ac:spMkLst>
            <pc:docMk/>
            <pc:sldMk cId="2817264075" sldId="290"/>
            <ac:spMk id="41" creationId="{6A2C34D8-9928-BEFC-5DE6-539D3E542E01}"/>
          </ac:spMkLst>
        </pc:spChg>
        <pc:spChg chg="add mod">
          <ac:chgData name="Karell Yusdygo" userId="8b3ea7e4-4e5b-47df-8452-f56c073920d1" providerId="ADAL" clId="{07B6DD73-E0C0-5492-BA0C-E9907B986300}" dt="2026-09-09T00:10:13.552" v="7088" actId="1076"/>
          <ac:spMkLst>
            <pc:docMk/>
            <pc:sldMk cId="2817264075" sldId="290"/>
            <ac:spMk id="42" creationId="{FF78ED40-FBA7-72F0-FFDF-E59C452EB9D9}"/>
          </ac:spMkLst>
        </pc:spChg>
        <pc:graphicFrameChg chg="mod modGraphic">
          <ac:chgData name="Karell Yusdygo" userId="8b3ea7e4-4e5b-47df-8452-f56c073920d1" providerId="ADAL" clId="{07B6DD73-E0C0-5492-BA0C-E9907B986300}" dt="2026-09-09T00:10:50.352" v="7096" actId="1076"/>
          <ac:graphicFrameMkLst>
            <pc:docMk/>
            <pc:sldMk cId="2817264075" sldId="290"/>
            <ac:graphicFrameMk id="5" creationId="{FEE0BF5E-A929-D4B9-6210-43DACD9D00BE}"/>
          </ac:graphicFrameMkLst>
        </pc:graphicFrameChg>
        <pc:picChg chg="add del mod">
          <ac:chgData name="Karell Yusdygo" userId="8b3ea7e4-4e5b-47df-8452-f56c073920d1" providerId="ADAL" clId="{07B6DD73-E0C0-5492-BA0C-E9907B986300}" dt="2026-09-09T00:10:02.053" v="7087" actId="478"/>
          <ac:picMkLst>
            <pc:docMk/>
            <pc:sldMk cId="2817264075" sldId="290"/>
            <ac:picMk id="43" creationId="{94C990DD-E418-0CDB-B7E9-C8962D6E048F}"/>
          </ac:picMkLst>
        </pc:picChg>
      </pc:sldChg>
      <pc:sldChg chg="addSp delSp modSp mod modAnim">
        <pc:chgData name="Karell Yusdygo" userId="8b3ea7e4-4e5b-47df-8452-f56c073920d1" providerId="ADAL" clId="{07B6DD73-E0C0-5492-BA0C-E9907B986300}" dt="2026-09-09T05:32:08.645" v="8967" actId="20577"/>
        <pc:sldMkLst>
          <pc:docMk/>
          <pc:sldMk cId="2180912876" sldId="293"/>
        </pc:sldMkLst>
        <pc:spChg chg="mod">
          <ac:chgData name="Karell Yusdygo" userId="8b3ea7e4-4e5b-47df-8452-f56c073920d1" providerId="ADAL" clId="{07B6DD73-E0C0-5492-BA0C-E9907B986300}" dt="2026-09-08T23:56:57.828" v="6966" actId="1076"/>
          <ac:spMkLst>
            <pc:docMk/>
            <pc:sldMk cId="2180912876" sldId="293"/>
            <ac:spMk id="2" creationId="{A63B2D99-B9B5-6F02-8611-650D5298F882}"/>
          </ac:spMkLst>
        </pc:spChg>
        <pc:spChg chg="mod">
          <ac:chgData name="Karell Yusdygo" userId="8b3ea7e4-4e5b-47df-8452-f56c073920d1" providerId="ADAL" clId="{07B6DD73-E0C0-5492-BA0C-E9907B986300}" dt="2026-09-08T23:56:57.828" v="6966" actId="1076"/>
          <ac:spMkLst>
            <pc:docMk/>
            <pc:sldMk cId="2180912876" sldId="293"/>
            <ac:spMk id="3" creationId="{E33A078F-1459-DBB1-4FBF-904ACF20F4F7}"/>
          </ac:spMkLst>
        </pc:spChg>
        <pc:spChg chg="mod">
          <ac:chgData name="Karell Yusdygo" userId="8b3ea7e4-4e5b-47df-8452-f56c073920d1" providerId="ADAL" clId="{07B6DD73-E0C0-5492-BA0C-E9907B986300}" dt="2026-09-09T05:32:08.645" v="8967" actId="20577"/>
          <ac:spMkLst>
            <pc:docMk/>
            <pc:sldMk cId="2180912876" sldId="293"/>
            <ac:spMk id="6" creationId="{8C43BFA1-0DD4-D236-8798-6770EB09E5B1}"/>
          </ac:spMkLst>
        </pc:spChg>
        <pc:spChg chg="mod">
          <ac:chgData name="Karell Yusdygo" userId="8b3ea7e4-4e5b-47df-8452-f56c073920d1" providerId="ADAL" clId="{07B6DD73-E0C0-5492-BA0C-E9907B986300}" dt="2026-09-08T23:56:57.828" v="6966" actId="1076"/>
          <ac:spMkLst>
            <pc:docMk/>
            <pc:sldMk cId="2180912876" sldId="293"/>
            <ac:spMk id="7" creationId="{E9E40B68-C619-6D7C-CF3B-9AE28441245C}"/>
          </ac:spMkLst>
        </pc:spChg>
        <pc:spChg chg="mod">
          <ac:chgData name="Karell Yusdygo" userId="8b3ea7e4-4e5b-47df-8452-f56c073920d1" providerId="ADAL" clId="{07B6DD73-E0C0-5492-BA0C-E9907B986300}" dt="2026-09-08T23:56:57.828" v="6966" actId="1076"/>
          <ac:spMkLst>
            <pc:docMk/>
            <pc:sldMk cId="2180912876" sldId="293"/>
            <ac:spMk id="8" creationId="{4D4BA7DC-3215-CDF2-C3B4-44844C5952E4}"/>
          </ac:spMkLst>
        </pc:spChg>
        <pc:spChg chg="mod">
          <ac:chgData name="Karell Yusdygo" userId="8b3ea7e4-4e5b-47df-8452-f56c073920d1" providerId="ADAL" clId="{07B6DD73-E0C0-5492-BA0C-E9907B986300}" dt="2026-09-09T00:44:27.680" v="7875" actId="207"/>
          <ac:spMkLst>
            <pc:docMk/>
            <pc:sldMk cId="2180912876" sldId="293"/>
            <ac:spMk id="9" creationId="{FE8CC397-BECD-9127-C341-39B2317CA710}"/>
          </ac:spMkLst>
        </pc:spChg>
        <pc:spChg chg="mod">
          <ac:chgData name="Karell Yusdygo" userId="8b3ea7e4-4e5b-47df-8452-f56c073920d1" providerId="ADAL" clId="{07B6DD73-E0C0-5492-BA0C-E9907B986300}" dt="2026-09-09T00:44:33.943" v="7885" actId="1036"/>
          <ac:spMkLst>
            <pc:docMk/>
            <pc:sldMk cId="2180912876" sldId="293"/>
            <ac:spMk id="10" creationId="{3C461F83-ECE8-F1FD-6F3A-32BFE0ECC462}"/>
          </ac:spMkLst>
        </pc:spChg>
        <pc:spChg chg="mod">
          <ac:chgData name="Karell Yusdygo" userId="8b3ea7e4-4e5b-47df-8452-f56c073920d1" providerId="ADAL" clId="{07B6DD73-E0C0-5492-BA0C-E9907B986300}" dt="2026-09-09T00:44:39.806" v="7886" actId="207"/>
          <ac:spMkLst>
            <pc:docMk/>
            <pc:sldMk cId="2180912876" sldId="293"/>
            <ac:spMk id="12" creationId="{0FBCB241-67C6-C700-3E46-BC9E5667B0FE}"/>
          </ac:spMkLst>
        </pc:spChg>
        <pc:spChg chg="mod">
          <ac:chgData name="Karell Yusdygo" userId="8b3ea7e4-4e5b-47df-8452-f56c073920d1" providerId="ADAL" clId="{07B6DD73-E0C0-5492-BA0C-E9907B986300}" dt="2026-09-08T23:57:52.942" v="6983" actId="1076"/>
          <ac:spMkLst>
            <pc:docMk/>
            <pc:sldMk cId="2180912876" sldId="293"/>
            <ac:spMk id="13" creationId="{8D43B8D2-9F5C-E4CD-119B-A5576278FC54}"/>
          </ac:spMkLst>
        </pc:spChg>
        <pc:spChg chg="mod">
          <ac:chgData name="Karell Yusdygo" userId="8b3ea7e4-4e5b-47df-8452-f56c073920d1" providerId="ADAL" clId="{07B6DD73-E0C0-5492-BA0C-E9907B986300}" dt="2026-09-09T00:44:43.083" v="7887" actId="207"/>
          <ac:spMkLst>
            <pc:docMk/>
            <pc:sldMk cId="2180912876" sldId="293"/>
            <ac:spMk id="15" creationId="{A8E338F2-97B9-22BD-9A73-13A4B22BB433}"/>
          </ac:spMkLst>
        </pc:spChg>
        <pc:spChg chg="mod">
          <ac:chgData name="Karell Yusdygo" userId="8b3ea7e4-4e5b-47df-8452-f56c073920d1" providerId="ADAL" clId="{07B6DD73-E0C0-5492-BA0C-E9907B986300}" dt="2026-09-08T23:58:32.360" v="6992" actId="1076"/>
          <ac:spMkLst>
            <pc:docMk/>
            <pc:sldMk cId="2180912876" sldId="293"/>
            <ac:spMk id="16" creationId="{3E0B9BFD-B486-ADD3-DE1D-CBE017E27063}"/>
          </ac:spMkLst>
        </pc:spChg>
        <pc:spChg chg="mod">
          <ac:chgData name="Karell Yusdygo" userId="8b3ea7e4-4e5b-47df-8452-f56c073920d1" providerId="ADAL" clId="{07B6DD73-E0C0-5492-BA0C-E9907B986300}" dt="2026-09-09T00:46:21.069" v="7895" actId="207"/>
          <ac:spMkLst>
            <pc:docMk/>
            <pc:sldMk cId="2180912876" sldId="293"/>
            <ac:spMk id="18" creationId="{553B90E0-82BE-6C36-B482-8AAFA32D4C39}"/>
          </ac:spMkLst>
        </pc:spChg>
        <pc:spChg chg="mod">
          <ac:chgData name="Karell Yusdygo" userId="8b3ea7e4-4e5b-47df-8452-f56c073920d1" providerId="ADAL" clId="{07B6DD73-E0C0-5492-BA0C-E9907B986300}" dt="2026-09-08T23:58:55.123" v="6999" actId="1076"/>
          <ac:spMkLst>
            <pc:docMk/>
            <pc:sldMk cId="2180912876" sldId="293"/>
            <ac:spMk id="19" creationId="{9DF46CF1-0FE8-583B-A8EB-53F9260A8241}"/>
          </ac:spMkLst>
        </pc:spChg>
        <pc:spChg chg="mod">
          <ac:chgData name="Karell Yusdygo" userId="8b3ea7e4-4e5b-47df-8452-f56c073920d1" providerId="ADAL" clId="{07B6DD73-E0C0-5492-BA0C-E9907B986300}" dt="2026-09-09T00:46:20.359" v="7894" actId="208"/>
          <ac:spMkLst>
            <pc:docMk/>
            <pc:sldMk cId="2180912876" sldId="293"/>
            <ac:spMk id="27" creationId="{87D58C36-D186-BE07-3B27-102BF62B2B0C}"/>
          </ac:spMkLst>
        </pc:spChg>
        <pc:spChg chg="mod">
          <ac:chgData name="Karell Yusdygo" userId="8b3ea7e4-4e5b-47df-8452-f56c073920d1" providerId="ADAL" clId="{07B6DD73-E0C0-5492-BA0C-E9907B986300}" dt="2026-09-09T00:46:20.359" v="7894" actId="208"/>
          <ac:spMkLst>
            <pc:docMk/>
            <pc:sldMk cId="2180912876" sldId="293"/>
            <ac:spMk id="32" creationId="{F233371A-7683-967B-8303-30103B947F2F}"/>
          </ac:spMkLst>
        </pc:spChg>
        <pc:spChg chg="mod">
          <ac:chgData name="Karell Yusdygo" userId="8b3ea7e4-4e5b-47df-8452-f56c073920d1" providerId="ADAL" clId="{07B6DD73-E0C0-5492-BA0C-E9907B986300}" dt="2026-09-09T00:46:20.359" v="7894" actId="208"/>
          <ac:spMkLst>
            <pc:docMk/>
            <pc:sldMk cId="2180912876" sldId="293"/>
            <ac:spMk id="33" creationId="{07B53607-4C00-C7B1-D7F4-10E77756DF87}"/>
          </ac:spMkLst>
        </pc:spChg>
        <pc:spChg chg="mod">
          <ac:chgData name="Karell Yusdygo" userId="8b3ea7e4-4e5b-47df-8452-f56c073920d1" providerId="ADAL" clId="{07B6DD73-E0C0-5492-BA0C-E9907B986300}" dt="2026-09-09T00:46:20.359" v="7894" actId="208"/>
          <ac:spMkLst>
            <pc:docMk/>
            <pc:sldMk cId="2180912876" sldId="293"/>
            <ac:spMk id="34" creationId="{36EDADA5-DA89-265C-0FCC-414FC9548068}"/>
          </ac:spMkLst>
        </pc:spChg>
        <pc:spChg chg="mod">
          <ac:chgData name="Karell Yusdygo" userId="8b3ea7e4-4e5b-47df-8452-f56c073920d1" providerId="ADAL" clId="{07B6DD73-E0C0-5492-BA0C-E9907B986300}" dt="2026-09-09T00:46:20.359" v="7894" actId="208"/>
          <ac:spMkLst>
            <pc:docMk/>
            <pc:sldMk cId="2180912876" sldId="293"/>
            <ac:spMk id="35" creationId="{211D28F1-8064-7F2F-688A-84299B00915C}"/>
          </ac:spMkLst>
        </pc:spChg>
        <pc:spChg chg="mod">
          <ac:chgData name="Karell Yusdygo" userId="8b3ea7e4-4e5b-47df-8452-f56c073920d1" providerId="ADAL" clId="{07B6DD73-E0C0-5492-BA0C-E9907B986300}" dt="2026-09-09T00:46:20.359" v="7894" actId="208"/>
          <ac:spMkLst>
            <pc:docMk/>
            <pc:sldMk cId="2180912876" sldId="293"/>
            <ac:spMk id="36" creationId="{02C12F36-D084-78D4-5FFC-D8A8B863BF4E}"/>
          </ac:spMkLst>
        </pc:spChg>
        <pc:spChg chg="mod">
          <ac:chgData name="Karell Yusdygo" userId="8b3ea7e4-4e5b-47df-8452-f56c073920d1" providerId="ADAL" clId="{07B6DD73-E0C0-5492-BA0C-E9907B986300}" dt="2026-09-09T00:46:20.359" v="7894" actId="208"/>
          <ac:spMkLst>
            <pc:docMk/>
            <pc:sldMk cId="2180912876" sldId="293"/>
            <ac:spMk id="37" creationId="{49E09998-0A39-E0B6-F41B-13BBABA21A83}"/>
          </ac:spMkLst>
        </pc:spChg>
        <pc:spChg chg="mod">
          <ac:chgData name="Karell Yusdygo" userId="8b3ea7e4-4e5b-47df-8452-f56c073920d1" providerId="ADAL" clId="{07B6DD73-E0C0-5492-BA0C-E9907B986300}" dt="2026-09-09T00:46:20.359" v="7894" actId="208"/>
          <ac:spMkLst>
            <pc:docMk/>
            <pc:sldMk cId="2180912876" sldId="293"/>
            <ac:spMk id="38" creationId="{6982665D-13C0-AC9A-1801-CC508ECB865E}"/>
          </ac:spMkLst>
        </pc:spChg>
        <pc:spChg chg="mod">
          <ac:chgData name="Karell Yusdygo" userId="8b3ea7e4-4e5b-47df-8452-f56c073920d1" providerId="ADAL" clId="{07B6DD73-E0C0-5492-BA0C-E9907B986300}" dt="2026-09-09T00:46:20.359" v="7894" actId="208"/>
          <ac:spMkLst>
            <pc:docMk/>
            <pc:sldMk cId="2180912876" sldId="293"/>
            <ac:spMk id="39" creationId="{78CA8DB7-AFC4-5CEB-086B-6194AC9FB2BF}"/>
          </ac:spMkLst>
        </pc:spChg>
        <pc:spChg chg="mod">
          <ac:chgData name="Karell Yusdygo" userId="8b3ea7e4-4e5b-47df-8452-f56c073920d1" providerId="ADAL" clId="{07B6DD73-E0C0-5492-BA0C-E9907B986300}" dt="2026-09-09T00:44:22.820" v="7874" actId="207"/>
          <ac:spMkLst>
            <pc:docMk/>
            <pc:sldMk cId="2180912876" sldId="293"/>
            <ac:spMk id="40" creationId="{5AC015E4-AD62-29BF-F030-D0B104B3B55A}"/>
          </ac:spMkLst>
        </pc:spChg>
        <pc:spChg chg="mod">
          <ac:chgData name="Karell Yusdygo" userId="8b3ea7e4-4e5b-47df-8452-f56c073920d1" providerId="ADAL" clId="{07B6DD73-E0C0-5492-BA0C-E9907B986300}" dt="2026-09-08T23:57:04.751" v="6967" actId="1076"/>
          <ac:spMkLst>
            <pc:docMk/>
            <pc:sldMk cId="2180912876" sldId="293"/>
            <ac:spMk id="41" creationId="{C494FD98-BAF0-ADF2-4664-0984A8AD72AC}"/>
          </ac:spMkLst>
        </pc:spChg>
        <pc:spChg chg="mod">
          <ac:chgData name="Karell Yusdygo" userId="8b3ea7e4-4e5b-47df-8452-f56c073920d1" providerId="ADAL" clId="{07B6DD73-E0C0-5492-BA0C-E9907B986300}" dt="2026-09-08T23:59:42.384" v="7009" actId="1076"/>
          <ac:spMkLst>
            <pc:docMk/>
            <pc:sldMk cId="2180912876" sldId="293"/>
            <ac:spMk id="56" creationId="{D26FD527-CEFF-6A7F-0C09-8F34AF299D35}"/>
          </ac:spMkLst>
        </pc:spChg>
        <pc:spChg chg="mod">
          <ac:chgData name="Karell Yusdygo" userId="8b3ea7e4-4e5b-47df-8452-f56c073920d1" providerId="ADAL" clId="{07B6DD73-E0C0-5492-BA0C-E9907B986300}" dt="2026-09-08T23:59:37.747" v="7008" actId="1076"/>
          <ac:spMkLst>
            <pc:docMk/>
            <pc:sldMk cId="2180912876" sldId="293"/>
            <ac:spMk id="57" creationId="{733A638D-E585-9466-7CCE-6CA3466DE8A1}"/>
          </ac:spMkLst>
        </pc:spChg>
        <pc:spChg chg="mod">
          <ac:chgData name="Karell Yusdygo" userId="8b3ea7e4-4e5b-47df-8452-f56c073920d1" providerId="ADAL" clId="{07B6DD73-E0C0-5492-BA0C-E9907B986300}" dt="2026-09-08T23:59:34.205" v="7007" actId="1076"/>
          <ac:spMkLst>
            <pc:docMk/>
            <pc:sldMk cId="2180912876" sldId="293"/>
            <ac:spMk id="58" creationId="{D6E2B8F6-2E6F-2AB3-B5EE-1289A4B6B267}"/>
          </ac:spMkLst>
        </pc:spChg>
        <pc:spChg chg="mod">
          <ac:chgData name="Karell Yusdygo" userId="8b3ea7e4-4e5b-47df-8452-f56c073920d1" providerId="ADAL" clId="{07B6DD73-E0C0-5492-BA0C-E9907B986300}" dt="2026-09-08T23:59:27.031" v="7005" actId="1076"/>
          <ac:spMkLst>
            <pc:docMk/>
            <pc:sldMk cId="2180912876" sldId="293"/>
            <ac:spMk id="59" creationId="{B6870B05-91DB-4D5A-B1AE-D175956A9CC2}"/>
          </ac:spMkLst>
        </pc:spChg>
        <pc:spChg chg="mod">
          <ac:chgData name="Karell Yusdygo" userId="8b3ea7e4-4e5b-47df-8452-f56c073920d1" providerId="ADAL" clId="{07B6DD73-E0C0-5492-BA0C-E9907B986300}" dt="2026-09-08T23:59:23.154" v="7004" actId="1076"/>
          <ac:spMkLst>
            <pc:docMk/>
            <pc:sldMk cId="2180912876" sldId="293"/>
            <ac:spMk id="60" creationId="{F0B18E8D-B0C1-AF37-A85D-FEB30FAFFF6C}"/>
          </ac:spMkLst>
        </pc:spChg>
        <pc:grpChg chg="add mod">
          <ac:chgData name="Karell Yusdygo" userId="8b3ea7e4-4e5b-47df-8452-f56c073920d1" providerId="ADAL" clId="{07B6DD73-E0C0-5492-BA0C-E9907B986300}" dt="2026-09-08T23:57:25.878" v="6973" actId="1076"/>
          <ac:grpSpMkLst>
            <pc:docMk/>
            <pc:sldMk cId="2180912876" sldId="293"/>
            <ac:grpSpMk id="5" creationId="{3825B78D-355E-4979-563F-1A7C10781930}"/>
          </ac:grpSpMkLst>
        </pc:grpChg>
        <pc:grpChg chg="add mod">
          <ac:chgData name="Karell Yusdygo" userId="8b3ea7e4-4e5b-47df-8452-f56c073920d1" providerId="ADAL" clId="{07B6DD73-E0C0-5492-BA0C-E9907B986300}" dt="2026-09-08T23:57:45.765" v="6980" actId="1076"/>
          <ac:grpSpMkLst>
            <pc:docMk/>
            <pc:sldMk cId="2180912876" sldId="293"/>
            <ac:grpSpMk id="11" creationId="{ACD7F310-AD2B-658D-53BA-664EA382955F}"/>
          </ac:grpSpMkLst>
        </pc:grpChg>
        <pc:grpChg chg="add mod">
          <ac:chgData name="Karell Yusdygo" userId="8b3ea7e4-4e5b-47df-8452-f56c073920d1" providerId="ADAL" clId="{07B6DD73-E0C0-5492-BA0C-E9907B986300}" dt="2026-09-08T23:58:21.552" v="6989" actId="1076"/>
          <ac:grpSpMkLst>
            <pc:docMk/>
            <pc:sldMk cId="2180912876" sldId="293"/>
            <ac:grpSpMk id="14" creationId="{B3D6EB5B-825C-C9E8-38C7-42C94E9F6CDA}"/>
          </ac:grpSpMkLst>
        </pc:grpChg>
        <pc:grpChg chg="add mod">
          <ac:chgData name="Karell Yusdygo" userId="8b3ea7e4-4e5b-47df-8452-f56c073920d1" providerId="ADAL" clId="{07B6DD73-E0C0-5492-BA0C-E9907B986300}" dt="2026-09-08T23:58:45.252" v="6996" actId="1076"/>
          <ac:grpSpMkLst>
            <pc:docMk/>
            <pc:sldMk cId="2180912876" sldId="293"/>
            <ac:grpSpMk id="17" creationId="{B0D04507-5A17-E4F0-5CE6-D902F123342A}"/>
          </ac:grpSpMkLst>
        </pc:grpChg>
        <pc:grpChg chg="mod">
          <ac:chgData name="Karell Yusdygo" userId="8b3ea7e4-4e5b-47df-8452-f56c073920d1" providerId="ADAL" clId="{07B6DD73-E0C0-5492-BA0C-E9907B986300}" dt="2026-09-08T23:57:16.790" v="6970" actId="1076"/>
          <ac:grpSpMkLst>
            <pc:docMk/>
            <pc:sldMk cId="2180912876" sldId="293"/>
            <ac:grpSpMk id="43" creationId="{2DFA1703-9257-5BC5-79BE-DC0EC0B51715}"/>
          </ac:grpSpMkLst>
        </pc:grpChg>
      </pc:sldChg>
      <pc:sldChg chg="addSp delSp modSp mod modAnim">
        <pc:chgData name="Karell Yusdygo" userId="8b3ea7e4-4e5b-47df-8452-f56c073920d1" providerId="ADAL" clId="{07B6DD73-E0C0-5492-BA0C-E9907B986300}" dt="2026-09-09T05:32:11.771" v="8968" actId="20577"/>
        <pc:sldMkLst>
          <pc:docMk/>
          <pc:sldMk cId="1740181604" sldId="294"/>
        </pc:sldMkLst>
        <pc:spChg chg="add mod">
          <ac:chgData name="Karell Yusdygo" userId="8b3ea7e4-4e5b-47df-8452-f56c073920d1" providerId="ADAL" clId="{07B6DD73-E0C0-5492-BA0C-E9907B986300}" dt="2026-09-09T05:32:11.771" v="8968" actId="20577"/>
          <ac:spMkLst>
            <pc:docMk/>
            <pc:sldMk cId="1740181604" sldId="294"/>
            <ac:spMk id="3" creationId="{DE6CAFEF-08A2-97CA-1889-A53BD6DBCB2C}"/>
          </ac:spMkLst>
        </pc:spChg>
        <pc:spChg chg="mod">
          <ac:chgData name="Karell Yusdygo" userId="8b3ea7e4-4e5b-47df-8452-f56c073920d1" providerId="ADAL" clId="{07B6DD73-E0C0-5492-BA0C-E9907B986300}" dt="2026-09-09T00:27:16.928" v="7582" actId="20577"/>
          <ac:spMkLst>
            <pc:docMk/>
            <pc:sldMk cId="1740181604" sldId="294"/>
            <ac:spMk id="4" creationId="{173DC755-673B-571C-8785-6F53A337919C}"/>
          </ac:spMkLst>
        </pc:spChg>
        <pc:spChg chg="add mod">
          <ac:chgData name="Karell Yusdygo" userId="8b3ea7e4-4e5b-47df-8452-f56c073920d1" providerId="ADAL" clId="{07B6DD73-E0C0-5492-BA0C-E9907B986300}" dt="2026-09-09T00:50:29.112" v="7973" actId="207"/>
          <ac:spMkLst>
            <pc:docMk/>
            <pc:sldMk cId="1740181604" sldId="294"/>
            <ac:spMk id="14" creationId="{D5F0B246-82E8-186D-9E3C-B4CD64BBAF1D}"/>
          </ac:spMkLst>
        </pc:spChg>
        <pc:spChg chg="add mod">
          <ac:chgData name="Karell Yusdygo" userId="8b3ea7e4-4e5b-47df-8452-f56c073920d1" providerId="ADAL" clId="{07B6DD73-E0C0-5492-BA0C-E9907B986300}" dt="2026-09-09T00:51:11.558" v="7989" actId="14100"/>
          <ac:spMkLst>
            <pc:docMk/>
            <pc:sldMk cId="1740181604" sldId="294"/>
            <ac:spMk id="15" creationId="{EE96835A-6F77-624E-5F22-0DB17346DEA7}"/>
          </ac:spMkLst>
        </pc:spChg>
        <pc:spChg chg="add mod">
          <ac:chgData name="Karell Yusdygo" userId="8b3ea7e4-4e5b-47df-8452-f56c073920d1" providerId="ADAL" clId="{07B6DD73-E0C0-5492-BA0C-E9907B986300}" dt="2026-09-09T00:50:31.790" v="7974" actId="207"/>
          <ac:spMkLst>
            <pc:docMk/>
            <pc:sldMk cId="1740181604" sldId="294"/>
            <ac:spMk id="17" creationId="{01F191BB-72D4-1777-FD1D-32A8E6831B34}"/>
          </ac:spMkLst>
        </pc:spChg>
        <pc:spChg chg="add mod">
          <ac:chgData name="Karell Yusdygo" userId="8b3ea7e4-4e5b-47df-8452-f56c073920d1" providerId="ADAL" clId="{07B6DD73-E0C0-5492-BA0C-E9907B986300}" dt="2026-09-09T00:49:25.104" v="7948" actId="1076"/>
          <ac:spMkLst>
            <pc:docMk/>
            <pc:sldMk cId="1740181604" sldId="294"/>
            <ac:spMk id="18" creationId="{017F35BE-B1BB-36A9-D46A-92574CB8889C}"/>
          </ac:spMkLst>
        </pc:spChg>
        <pc:spChg chg="add mod">
          <ac:chgData name="Karell Yusdygo" userId="8b3ea7e4-4e5b-47df-8452-f56c073920d1" providerId="ADAL" clId="{07B6DD73-E0C0-5492-BA0C-E9907B986300}" dt="2026-09-09T00:50:49.796" v="7979" actId="1076"/>
          <ac:spMkLst>
            <pc:docMk/>
            <pc:sldMk cId="1740181604" sldId="294"/>
            <ac:spMk id="20" creationId="{EBDD779F-83DF-611A-EE34-FF244F1D931F}"/>
          </ac:spMkLst>
        </pc:spChg>
        <pc:spChg chg="add mod">
          <ac:chgData name="Karell Yusdygo" userId="8b3ea7e4-4e5b-47df-8452-f56c073920d1" providerId="ADAL" clId="{07B6DD73-E0C0-5492-BA0C-E9907B986300}" dt="2026-09-09T00:50:58.257" v="7981" actId="14100"/>
          <ac:spMkLst>
            <pc:docMk/>
            <pc:sldMk cId="1740181604" sldId="294"/>
            <ac:spMk id="21" creationId="{4B2144D1-3402-1929-3982-5F7C4122ADC1}"/>
          </ac:spMkLst>
        </pc:spChg>
        <pc:spChg chg="add mod">
          <ac:chgData name="Karell Yusdygo" userId="8b3ea7e4-4e5b-47df-8452-f56c073920d1" providerId="ADAL" clId="{07B6DD73-E0C0-5492-BA0C-E9907B986300}" dt="2026-09-09T00:33:07.912" v="7727" actId="1076"/>
          <ac:spMkLst>
            <pc:docMk/>
            <pc:sldMk cId="1740181604" sldId="294"/>
            <ac:spMk id="23" creationId="{0F9F10B9-EC2D-83D1-BF45-DD3503CA5AD1}"/>
          </ac:spMkLst>
        </pc:spChg>
        <pc:spChg chg="add mod">
          <ac:chgData name="Karell Yusdygo" userId="8b3ea7e4-4e5b-47df-8452-f56c073920d1" providerId="ADAL" clId="{07B6DD73-E0C0-5492-BA0C-E9907B986300}" dt="2026-09-09T05:08:51.484" v="8882" actId="20577"/>
          <ac:spMkLst>
            <pc:docMk/>
            <pc:sldMk cId="1740181604" sldId="294"/>
            <ac:spMk id="24" creationId="{7FCE7AA8-A868-547D-AE11-E98C6ABDF14F}"/>
          </ac:spMkLst>
        </pc:spChg>
        <pc:spChg chg="add mod">
          <ac:chgData name="Karell Yusdygo" userId="8b3ea7e4-4e5b-47df-8452-f56c073920d1" providerId="ADAL" clId="{07B6DD73-E0C0-5492-BA0C-E9907B986300}" dt="2026-09-09T05:09:08.777" v="8889" actId="20577"/>
          <ac:spMkLst>
            <pc:docMk/>
            <pc:sldMk cId="1740181604" sldId="294"/>
            <ac:spMk id="25" creationId="{FB658910-891B-AD9D-4191-D23499EA9165}"/>
          </ac:spMkLst>
        </pc:spChg>
        <pc:spChg chg="add mod">
          <ac:chgData name="Karell Yusdygo" userId="8b3ea7e4-4e5b-47df-8452-f56c073920d1" providerId="ADAL" clId="{07B6DD73-E0C0-5492-BA0C-E9907B986300}" dt="2026-09-09T00:51:03.432" v="7988" actId="1037"/>
          <ac:spMkLst>
            <pc:docMk/>
            <pc:sldMk cId="1740181604" sldId="294"/>
            <ac:spMk id="26" creationId="{15BE3C40-F110-B601-5D9A-C5F592FFC85E}"/>
          </ac:spMkLst>
        </pc:spChg>
        <pc:spChg chg="add mod">
          <ac:chgData name="Karell Yusdygo" userId="8b3ea7e4-4e5b-47df-8452-f56c073920d1" providerId="ADAL" clId="{07B6DD73-E0C0-5492-BA0C-E9907B986300}" dt="2026-09-09T00:34:39.573" v="7757" actId="2085"/>
          <ac:spMkLst>
            <pc:docMk/>
            <pc:sldMk cId="1740181604" sldId="294"/>
            <ac:spMk id="27" creationId="{1E6CBBDA-B82A-DD46-A102-B53900A1FA9C}"/>
          </ac:spMkLst>
        </pc:spChg>
        <pc:spChg chg="del">
          <ac:chgData name="Karell Yusdygo" userId="8b3ea7e4-4e5b-47df-8452-f56c073920d1" providerId="ADAL" clId="{07B6DD73-E0C0-5492-BA0C-E9907B986300}" dt="2026-09-09T00:27:09.728" v="7560" actId="478"/>
          <ac:spMkLst>
            <pc:docMk/>
            <pc:sldMk cId="1740181604" sldId="294"/>
            <ac:spMk id="30" creationId="{09E3EF7C-C631-AB56-AD66-DDB62EEF9027}"/>
          </ac:spMkLst>
        </pc:spChg>
        <pc:spChg chg="add del mod">
          <ac:chgData name="Karell Yusdygo" userId="8b3ea7e4-4e5b-47df-8452-f56c073920d1" providerId="ADAL" clId="{07B6DD73-E0C0-5492-BA0C-E9907B986300}" dt="2026-09-09T00:46:58.943" v="7896" actId="478"/>
          <ac:spMkLst>
            <pc:docMk/>
            <pc:sldMk cId="1740181604" sldId="294"/>
            <ac:spMk id="33" creationId="{10FA81C6-AC86-E91F-E658-15B9AC9FE655}"/>
          </ac:spMkLst>
        </pc:spChg>
        <pc:picChg chg="del mod">
          <ac:chgData name="Karell Yusdygo" userId="8b3ea7e4-4e5b-47df-8452-f56c073920d1" providerId="ADAL" clId="{07B6DD73-E0C0-5492-BA0C-E9907B986300}" dt="2026-09-09T00:33:03.946" v="7725" actId="478"/>
          <ac:picMkLst>
            <pc:docMk/>
            <pc:sldMk cId="1740181604" sldId="294"/>
            <ac:picMk id="13" creationId="{591293B0-794B-3047-E2C8-254FCA14E147}"/>
          </ac:picMkLst>
        </pc:picChg>
        <pc:cxnChg chg="mod">
          <ac:chgData name="Karell Yusdygo" userId="8b3ea7e4-4e5b-47df-8452-f56c073920d1" providerId="ADAL" clId="{07B6DD73-E0C0-5492-BA0C-E9907B986300}" dt="2026-09-09T00:51:11.558" v="7989" actId="14100"/>
          <ac:cxnSpMkLst>
            <pc:docMk/>
            <pc:sldMk cId="1740181604" sldId="294"/>
            <ac:cxnSpMk id="16" creationId="{510A4730-53D8-5458-F2B9-B73E3C48D6BC}"/>
          </ac:cxnSpMkLst>
        </pc:cxnChg>
        <pc:cxnChg chg="mod">
          <ac:chgData name="Karell Yusdygo" userId="8b3ea7e4-4e5b-47df-8452-f56c073920d1" providerId="ADAL" clId="{07B6DD73-E0C0-5492-BA0C-E9907B986300}" dt="2026-09-09T00:50:20.927" v="7972" actId="14100"/>
          <ac:cxnSpMkLst>
            <pc:docMk/>
            <pc:sldMk cId="1740181604" sldId="294"/>
            <ac:cxnSpMk id="19" creationId="{FF227504-9992-59CC-ED47-5A24DDD1A6DC}"/>
          </ac:cxnSpMkLst>
        </pc:cxnChg>
        <pc:cxnChg chg="mod">
          <ac:chgData name="Karell Yusdygo" userId="8b3ea7e4-4e5b-47df-8452-f56c073920d1" providerId="ADAL" clId="{07B6DD73-E0C0-5492-BA0C-E9907B986300}" dt="2026-09-09T00:50:58.257" v="7981" actId="14100"/>
          <ac:cxnSpMkLst>
            <pc:docMk/>
            <pc:sldMk cId="1740181604" sldId="294"/>
            <ac:cxnSpMk id="22" creationId="{AFC97220-2A84-3941-DB04-2C48090D0F48}"/>
          </ac:cxnSpMkLst>
        </pc:cxnChg>
      </pc:sldChg>
      <pc:sldChg chg="addSp delSp modSp mod delAnim modAnim">
        <pc:chgData name="Karell Yusdygo" userId="8b3ea7e4-4e5b-47df-8452-f56c073920d1" providerId="ADAL" clId="{07B6DD73-E0C0-5492-BA0C-E9907B986300}" dt="2026-09-09T05:32:05.627" v="8966" actId="20577"/>
        <pc:sldMkLst>
          <pc:docMk/>
          <pc:sldMk cId="1393578192" sldId="295"/>
        </pc:sldMkLst>
        <pc:spChg chg="mod">
          <ac:chgData name="Karell Yusdygo" userId="8b3ea7e4-4e5b-47df-8452-f56c073920d1" providerId="ADAL" clId="{07B6DD73-E0C0-5492-BA0C-E9907B986300}" dt="2026-09-09T00:31:28.405" v="7705" actId="1076"/>
          <ac:spMkLst>
            <pc:docMk/>
            <pc:sldMk cId="1393578192" sldId="295"/>
            <ac:spMk id="2" creationId="{280102A3-F603-68C7-49F3-98F0102836C0}"/>
          </ac:spMkLst>
        </pc:spChg>
        <pc:spChg chg="mod">
          <ac:chgData name="Karell Yusdygo" userId="8b3ea7e4-4e5b-47df-8452-f56c073920d1" providerId="ADAL" clId="{07B6DD73-E0C0-5492-BA0C-E9907B986300}" dt="2026-09-09T00:17:30.730" v="7429" actId="1076"/>
          <ac:spMkLst>
            <pc:docMk/>
            <pc:sldMk cId="1393578192" sldId="295"/>
            <ac:spMk id="3" creationId="{E05C0392-CC47-9F87-4194-E760FEF96A11}"/>
          </ac:spMkLst>
        </pc:spChg>
        <pc:spChg chg="mod">
          <ac:chgData name="Karell Yusdygo" userId="8b3ea7e4-4e5b-47df-8452-f56c073920d1" providerId="ADAL" clId="{07B6DD73-E0C0-5492-BA0C-E9907B986300}" dt="2026-09-09T00:31:28.405" v="7705" actId="1076"/>
          <ac:spMkLst>
            <pc:docMk/>
            <pc:sldMk cId="1393578192" sldId="295"/>
            <ac:spMk id="5" creationId="{D15643B4-09B3-2124-B345-53BB4689E1AF}"/>
          </ac:spMkLst>
        </pc:spChg>
        <pc:spChg chg="mod">
          <ac:chgData name="Karell Yusdygo" userId="8b3ea7e4-4e5b-47df-8452-f56c073920d1" providerId="ADAL" clId="{07B6DD73-E0C0-5492-BA0C-E9907B986300}" dt="2026-09-09T00:44:08.351" v="7873" actId="208"/>
          <ac:spMkLst>
            <pc:docMk/>
            <pc:sldMk cId="1393578192" sldId="295"/>
            <ac:spMk id="6" creationId="{8FE2E15E-DFB0-5979-C6D1-2644B3FBC2C6}"/>
          </ac:spMkLst>
        </pc:spChg>
        <pc:spChg chg="add mod">
          <ac:chgData name="Karell Yusdygo" userId="8b3ea7e4-4e5b-47df-8452-f56c073920d1" providerId="ADAL" clId="{07B6DD73-E0C0-5492-BA0C-E9907B986300}" dt="2026-09-09T05:32:05.627" v="8966" actId="20577"/>
          <ac:spMkLst>
            <pc:docMk/>
            <pc:sldMk cId="1393578192" sldId="295"/>
            <ac:spMk id="7" creationId="{8715BD3D-DFDD-2BA5-7DA9-520F6DD5FC96}"/>
          </ac:spMkLst>
        </pc:spChg>
        <pc:spChg chg="mod">
          <ac:chgData name="Karell Yusdygo" userId="8b3ea7e4-4e5b-47df-8452-f56c073920d1" providerId="ADAL" clId="{07B6DD73-E0C0-5492-BA0C-E9907B986300}" dt="2026-09-09T00:32:04.581" v="7719" actId="1076"/>
          <ac:spMkLst>
            <pc:docMk/>
            <pc:sldMk cId="1393578192" sldId="295"/>
            <ac:spMk id="8" creationId="{635920CC-19CB-1D02-ED1A-BF1BCC17FCE8}"/>
          </ac:spMkLst>
        </pc:spChg>
        <pc:spChg chg="mod">
          <ac:chgData name="Karell Yusdygo" userId="8b3ea7e4-4e5b-47df-8452-f56c073920d1" providerId="ADAL" clId="{07B6DD73-E0C0-5492-BA0C-E9907B986300}" dt="2026-09-09T00:11:36.557" v="7098"/>
          <ac:spMkLst>
            <pc:docMk/>
            <pc:sldMk cId="1393578192" sldId="295"/>
            <ac:spMk id="9" creationId="{A0BDD854-04D7-3CB2-AF63-2294578B2A17}"/>
          </ac:spMkLst>
        </pc:spChg>
        <pc:spChg chg="mod">
          <ac:chgData name="Karell Yusdygo" userId="8b3ea7e4-4e5b-47df-8452-f56c073920d1" providerId="ADAL" clId="{07B6DD73-E0C0-5492-BA0C-E9907B986300}" dt="2026-09-09T00:32:04.581" v="7719" actId="1076"/>
          <ac:spMkLst>
            <pc:docMk/>
            <pc:sldMk cId="1393578192" sldId="295"/>
            <ac:spMk id="10" creationId="{116A5185-0945-C644-1565-AE0AE048A05E}"/>
          </ac:spMkLst>
        </pc:spChg>
        <pc:spChg chg="mod">
          <ac:chgData name="Karell Yusdygo" userId="8b3ea7e4-4e5b-47df-8452-f56c073920d1" providerId="ADAL" clId="{07B6DD73-E0C0-5492-BA0C-E9907B986300}" dt="2026-09-09T00:31:45.324" v="7713" actId="1076"/>
          <ac:spMkLst>
            <pc:docMk/>
            <pc:sldMk cId="1393578192" sldId="295"/>
            <ac:spMk id="11" creationId="{5B80B244-466B-DAD1-CC5A-B98F9DA90BE5}"/>
          </ac:spMkLst>
        </pc:spChg>
        <pc:spChg chg="mod">
          <ac:chgData name="Karell Yusdygo" userId="8b3ea7e4-4e5b-47df-8452-f56c073920d1" providerId="ADAL" clId="{07B6DD73-E0C0-5492-BA0C-E9907B986300}" dt="2026-09-09T00:11:36.557" v="7098"/>
          <ac:spMkLst>
            <pc:docMk/>
            <pc:sldMk cId="1393578192" sldId="295"/>
            <ac:spMk id="12" creationId="{3AB68FEA-7348-A0D7-C7F9-5F9F082E4899}"/>
          </ac:spMkLst>
        </pc:spChg>
        <pc:spChg chg="del mod">
          <ac:chgData name="Karell Yusdygo" userId="8b3ea7e4-4e5b-47df-8452-f56c073920d1" providerId="ADAL" clId="{07B6DD73-E0C0-5492-BA0C-E9907B986300}" dt="2026-09-09T04:26:38.523" v="8376" actId="478"/>
          <ac:spMkLst>
            <pc:docMk/>
            <pc:sldMk cId="1393578192" sldId="295"/>
            <ac:spMk id="12" creationId="{821A31C6-C1A2-1B23-85B4-2C65E6CAB281}"/>
          </ac:spMkLst>
        </pc:spChg>
        <pc:spChg chg="mod">
          <ac:chgData name="Karell Yusdygo" userId="8b3ea7e4-4e5b-47df-8452-f56c073920d1" providerId="ADAL" clId="{07B6DD73-E0C0-5492-BA0C-E9907B986300}" dt="2026-09-09T00:31:45.324" v="7713" actId="1076"/>
          <ac:spMkLst>
            <pc:docMk/>
            <pc:sldMk cId="1393578192" sldId="295"/>
            <ac:spMk id="13" creationId="{4AF63D23-811D-8980-D726-47CF842B76BE}"/>
          </ac:spMkLst>
        </pc:spChg>
        <pc:spChg chg="mod">
          <ac:chgData name="Karell Yusdygo" userId="8b3ea7e4-4e5b-47df-8452-f56c073920d1" providerId="ADAL" clId="{07B6DD73-E0C0-5492-BA0C-E9907B986300}" dt="2026-09-09T00:43:45.827" v="7868" actId="207"/>
          <ac:spMkLst>
            <pc:docMk/>
            <pc:sldMk cId="1393578192" sldId="295"/>
            <ac:spMk id="15" creationId="{01862FE6-083E-71F2-D088-7153EAE96840}"/>
          </ac:spMkLst>
        </pc:spChg>
        <pc:spChg chg="mod">
          <ac:chgData name="Karell Yusdygo" userId="8b3ea7e4-4e5b-47df-8452-f56c073920d1" providerId="ADAL" clId="{07B6DD73-E0C0-5492-BA0C-E9907B986300}" dt="2026-09-09T00:13:39.343" v="7113" actId="1076"/>
          <ac:spMkLst>
            <pc:docMk/>
            <pc:sldMk cId="1393578192" sldId="295"/>
            <ac:spMk id="16" creationId="{116AD0E6-FCA2-19C8-4248-70CBDC0DF680}"/>
          </ac:spMkLst>
        </pc:spChg>
        <pc:spChg chg="mod">
          <ac:chgData name="Karell Yusdygo" userId="8b3ea7e4-4e5b-47df-8452-f56c073920d1" providerId="ADAL" clId="{07B6DD73-E0C0-5492-BA0C-E9907B986300}" dt="2026-09-09T00:43:50.805" v="7869" actId="207"/>
          <ac:spMkLst>
            <pc:docMk/>
            <pc:sldMk cId="1393578192" sldId="295"/>
            <ac:spMk id="18" creationId="{8C8CA010-60A2-82E8-B6AF-A8F275E75CA0}"/>
          </ac:spMkLst>
        </pc:spChg>
        <pc:spChg chg="mod">
          <ac:chgData name="Karell Yusdygo" userId="8b3ea7e4-4e5b-47df-8452-f56c073920d1" providerId="ADAL" clId="{07B6DD73-E0C0-5492-BA0C-E9907B986300}" dt="2026-09-09T00:17:41.888" v="7435" actId="20577"/>
          <ac:spMkLst>
            <pc:docMk/>
            <pc:sldMk cId="1393578192" sldId="295"/>
            <ac:spMk id="19" creationId="{E477FD9D-3392-F2D9-1BFA-B3908FBE68DB}"/>
          </ac:spMkLst>
        </pc:spChg>
        <pc:spChg chg="mod">
          <ac:chgData name="Karell Yusdygo" userId="8b3ea7e4-4e5b-47df-8452-f56c073920d1" providerId="ADAL" clId="{07B6DD73-E0C0-5492-BA0C-E9907B986300}" dt="2026-09-09T00:43:57.941" v="7870" actId="207"/>
          <ac:spMkLst>
            <pc:docMk/>
            <pc:sldMk cId="1393578192" sldId="295"/>
            <ac:spMk id="21" creationId="{CA8C88DF-B2D0-0E69-6374-4A0409C89E2F}"/>
          </ac:spMkLst>
        </pc:spChg>
        <pc:spChg chg="mod">
          <ac:chgData name="Karell Yusdygo" userId="8b3ea7e4-4e5b-47df-8452-f56c073920d1" providerId="ADAL" clId="{07B6DD73-E0C0-5492-BA0C-E9907B986300}" dt="2026-09-09T00:18:07.213" v="7444" actId="20577"/>
          <ac:spMkLst>
            <pc:docMk/>
            <pc:sldMk cId="1393578192" sldId="295"/>
            <ac:spMk id="22" creationId="{50810D8E-C8C7-105D-DD12-9A318DE2539D}"/>
          </ac:spMkLst>
        </pc:spChg>
        <pc:spChg chg="mod">
          <ac:chgData name="Karell Yusdygo" userId="8b3ea7e4-4e5b-47df-8452-f56c073920d1" providerId="ADAL" clId="{07B6DD73-E0C0-5492-BA0C-E9907B986300}" dt="2026-09-09T00:43:42.334" v="7867" actId="207"/>
          <ac:spMkLst>
            <pc:docMk/>
            <pc:sldMk cId="1393578192" sldId="295"/>
            <ac:spMk id="24" creationId="{FE9AA6F9-892A-7D56-EFBE-C1C3B1BDA795}"/>
          </ac:spMkLst>
        </pc:spChg>
        <pc:spChg chg="mod">
          <ac:chgData name="Karell Yusdygo" userId="8b3ea7e4-4e5b-47df-8452-f56c073920d1" providerId="ADAL" clId="{07B6DD73-E0C0-5492-BA0C-E9907B986300}" dt="2026-09-09T00:12:06.041" v="7104" actId="2085"/>
          <ac:spMkLst>
            <pc:docMk/>
            <pc:sldMk cId="1393578192" sldId="295"/>
            <ac:spMk id="25" creationId="{3955CFD3-5DB7-948A-5E8A-67FCB9C502B3}"/>
          </ac:spMkLst>
        </pc:spChg>
        <pc:spChg chg="mod">
          <ac:chgData name="Karell Yusdygo" userId="8b3ea7e4-4e5b-47df-8452-f56c073920d1" providerId="ADAL" clId="{07B6DD73-E0C0-5492-BA0C-E9907B986300}" dt="2026-09-09T00:31:37.196" v="7711" actId="1076"/>
          <ac:spMkLst>
            <pc:docMk/>
            <pc:sldMk cId="1393578192" sldId="295"/>
            <ac:spMk id="45" creationId="{6FC2ED99-BD72-BD49-24A0-9F45551EDAB2}"/>
          </ac:spMkLst>
        </pc:spChg>
        <pc:spChg chg="mod">
          <ac:chgData name="Karell Yusdygo" userId="8b3ea7e4-4e5b-47df-8452-f56c073920d1" providerId="ADAL" clId="{07B6DD73-E0C0-5492-BA0C-E9907B986300}" dt="2026-09-09T00:31:37.196" v="7711" actId="1076"/>
          <ac:spMkLst>
            <pc:docMk/>
            <pc:sldMk cId="1393578192" sldId="295"/>
            <ac:spMk id="55" creationId="{7170A643-BDF7-4A00-E992-5E7B34AB6AE9}"/>
          </ac:spMkLst>
        </pc:spChg>
        <pc:spChg chg="mod">
          <ac:chgData name="Karell Yusdygo" userId="8b3ea7e4-4e5b-47df-8452-f56c073920d1" providerId="ADAL" clId="{07B6DD73-E0C0-5492-BA0C-E9907B986300}" dt="2026-09-09T00:44:08.351" v="7873" actId="208"/>
          <ac:spMkLst>
            <pc:docMk/>
            <pc:sldMk cId="1393578192" sldId="295"/>
            <ac:spMk id="64" creationId="{C84AEDD3-0EA0-E73F-4C4B-FE8D29798B1D}"/>
          </ac:spMkLst>
        </pc:spChg>
        <pc:spChg chg="mod">
          <ac:chgData name="Karell Yusdygo" userId="8b3ea7e4-4e5b-47df-8452-f56c073920d1" providerId="ADAL" clId="{07B6DD73-E0C0-5492-BA0C-E9907B986300}" dt="2026-09-09T00:44:08.351" v="7873" actId="208"/>
          <ac:spMkLst>
            <pc:docMk/>
            <pc:sldMk cId="1393578192" sldId="295"/>
            <ac:spMk id="65" creationId="{637120E9-7950-719B-6198-36536B996958}"/>
          </ac:spMkLst>
        </pc:spChg>
        <pc:spChg chg="mod">
          <ac:chgData name="Karell Yusdygo" userId="8b3ea7e4-4e5b-47df-8452-f56c073920d1" providerId="ADAL" clId="{07B6DD73-E0C0-5492-BA0C-E9907B986300}" dt="2026-09-09T00:44:08.351" v="7873" actId="208"/>
          <ac:spMkLst>
            <pc:docMk/>
            <pc:sldMk cId="1393578192" sldId="295"/>
            <ac:spMk id="66" creationId="{B22CC35F-A5CD-9D62-4074-682483760633}"/>
          </ac:spMkLst>
        </pc:spChg>
        <pc:grpChg chg="add del mod">
          <ac:chgData name="Karell Yusdygo" userId="8b3ea7e4-4e5b-47df-8452-f56c073920d1" providerId="ADAL" clId="{07B6DD73-E0C0-5492-BA0C-E9907B986300}" dt="2026-09-09T00:11:41.103" v="7101" actId="478"/>
          <ac:grpSpMkLst>
            <pc:docMk/>
            <pc:sldMk cId="1393578192" sldId="295"/>
            <ac:grpSpMk id="7" creationId="{35F0CEC6-81E3-449A-ED96-2ED39AC3A175}"/>
          </ac:grpSpMkLst>
        </pc:grpChg>
        <pc:grpChg chg="add mod">
          <ac:chgData name="Karell Yusdygo" userId="8b3ea7e4-4e5b-47df-8452-f56c073920d1" providerId="ADAL" clId="{07B6DD73-E0C0-5492-BA0C-E9907B986300}" dt="2026-09-09T00:31:09.001" v="7703" actId="1076"/>
          <ac:grpSpMkLst>
            <pc:docMk/>
            <pc:sldMk cId="1393578192" sldId="295"/>
            <ac:grpSpMk id="14" creationId="{17A85E48-3181-7850-BB46-FD5676E99DFC}"/>
          </ac:grpSpMkLst>
        </pc:grpChg>
        <pc:grpChg chg="add mod">
          <ac:chgData name="Karell Yusdygo" userId="8b3ea7e4-4e5b-47df-8452-f56c073920d1" providerId="ADAL" clId="{07B6DD73-E0C0-5492-BA0C-E9907B986300}" dt="2026-09-09T00:17:54.040" v="7438" actId="1076"/>
          <ac:grpSpMkLst>
            <pc:docMk/>
            <pc:sldMk cId="1393578192" sldId="295"/>
            <ac:grpSpMk id="17" creationId="{E9E70A9B-77E6-559A-0E1A-4C4A34369C65}"/>
          </ac:grpSpMkLst>
        </pc:grpChg>
        <pc:grpChg chg="add mod">
          <ac:chgData name="Karell Yusdygo" userId="8b3ea7e4-4e5b-47df-8452-f56c073920d1" providerId="ADAL" clId="{07B6DD73-E0C0-5492-BA0C-E9907B986300}" dt="2026-09-09T00:18:40.983" v="7446" actId="1076"/>
          <ac:grpSpMkLst>
            <pc:docMk/>
            <pc:sldMk cId="1393578192" sldId="295"/>
            <ac:grpSpMk id="20" creationId="{035CC24D-CBBE-7578-1777-231C6E18DEBB}"/>
          </ac:grpSpMkLst>
        </pc:grpChg>
        <pc:grpChg chg="mod">
          <ac:chgData name="Karell Yusdygo" userId="8b3ea7e4-4e5b-47df-8452-f56c073920d1" providerId="ADAL" clId="{07B6DD73-E0C0-5492-BA0C-E9907B986300}" dt="2026-09-09T00:12:09.806" v="7105" actId="14100"/>
          <ac:grpSpMkLst>
            <pc:docMk/>
            <pc:sldMk cId="1393578192" sldId="295"/>
            <ac:grpSpMk id="63" creationId="{A10947A4-C57E-2E61-9AF5-1AD20CF0809E}"/>
          </ac:grpSpMkLst>
        </pc:grpChg>
        <pc:grpChg chg="del">
          <ac:chgData name="Karell Yusdygo" userId="8b3ea7e4-4e5b-47df-8452-f56c073920d1" providerId="ADAL" clId="{07B6DD73-E0C0-5492-BA0C-E9907B986300}" dt="2026-09-09T00:12:27.555" v="7106" actId="478"/>
          <ac:grpSpMkLst>
            <pc:docMk/>
            <pc:sldMk cId="1393578192" sldId="295"/>
            <ac:grpSpMk id="67" creationId="{505CE9FA-28C5-D9EA-D579-7603ABBF63CE}"/>
          </ac:grpSpMkLst>
        </pc:grpChg>
        <pc:grpChg chg="del">
          <ac:chgData name="Karell Yusdygo" userId="8b3ea7e4-4e5b-47df-8452-f56c073920d1" providerId="ADAL" clId="{07B6DD73-E0C0-5492-BA0C-E9907B986300}" dt="2026-09-09T00:17:45.387" v="7437" actId="478"/>
          <ac:grpSpMkLst>
            <pc:docMk/>
            <pc:sldMk cId="1393578192" sldId="295"/>
            <ac:grpSpMk id="70" creationId="{587DB117-FB8C-6B6F-38FF-F3B1E00AA447}"/>
          </ac:grpSpMkLst>
        </pc:grpChg>
        <pc:grpChg chg="del">
          <ac:chgData name="Karell Yusdygo" userId="8b3ea7e4-4e5b-47df-8452-f56c073920d1" providerId="ADAL" clId="{07B6DD73-E0C0-5492-BA0C-E9907B986300}" dt="2026-09-09T00:18:30.742" v="7445" actId="478"/>
          <ac:grpSpMkLst>
            <pc:docMk/>
            <pc:sldMk cId="1393578192" sldId="295"/>
            <ac:grpSpMk id="73" creationId="{7421B9A4-531F-BFAB-2E42-82E382924022}"/>
          </ac:grpSpMkLst>
        </pc:grpChg>
        <pc:cxnChg chg="mod">
          <ac:chgData name="Karell Yusdygo" userId="8b3ea7e4-4e5b-47df-8452-f56c073920d1" providerId="ADAL" clId="{07B6DD73-E0C0-5492-BA0C-E9907B986300}" dt="2026-09-09T00:44:08.351" v="7873" actId="208"/>
          <ac:cxnSpMkLst>
            <pc:docMk/>
            <pc:sldMk cId="1393578192" sldId="295"/>
            <ac:cxnSpMk id="76" creationId="{DFFB3575-4A0D-BA02-E01C-37B46F4B558E}"/>
          </ac:cxnSpMkLst>
        </pc:cxnChg>
      </pc:sldChg>
      <pc:sldChg chg="addSp delSp modSp add mod setBg">
        <pc:chgData name="Karell Yusdygo" userId="8b3ea7e4-4e5b-47df-8452-f56c073920d1" providerId="ADAL" clId="{07B6DD73-E0C0-5492-BA0C-E9907B986300}" dt="2026-09-09T04:32:18.300" v="8424" actId="1036"/>
        <pc:sldMkLst>
          <pc:docMk/>
          <pc:sldMk cId="3225717458" sldId="317"/>
        </pc:sldMkLst>
        <pc:spChg chg="add mod">
          <ac:chgData name="Karell Yusdygo" userId="8b3ea7e4-4e5b-47df-8452-f56c073920d1" providerId="ADAL" clId="{07B6DD73-E0C0-5492-BA0C-E9907B986300}" dt="2026-09-09T04:32:12.514" v="8422" actId="404"/>
          <ac:spMkLst>
            <pc:docMk/>
            <pc:sldMk cId="3225717458" sldId="317"/>
            <ac:spMk id="3" creationId="{BCDC9F86-2895-A04F-4FC2-A303C19CEB6F}"/>
          </ac:spMkLst>
        </pc:spChg>
        <pc:spChg chg="add mod">
          <ac:chgData name="Karell Yusdygo" userId="8b3ea7e4-4e5b-47df-8452-f56c073920d1" providerId="ADAL" clId="{07B6DD73-E0C0-5492-BA0C-E9907B986300}" dt="2026-09-09T04:32:18.300" v="8424" actId="1036"/>
          <ac:spMkLst>
            <pc:docMk/>
            <pc:sldMk cId="3225717458" sldId="317"/>
            <ac:spMk id="4" creationId="{452B3985-9878-3027-D097-EF8E7C659523}"/>
          </ac:spMkLst>
        </pc:spChg>
        <pc:spChg chg="add mod">
          <ac:chgData name="Karell Yusdygo" userId="8b3ea7e4-4e5b-47df-8452-f56c073920d1" providerId="ADAL" clId="{07B6DD73-E0C0-5492-BA0C-E9907B986300}" dt="2026-09-09T04:32:08.289" v="8419" actId="1036"/>
          <ac:spMkLst>
            <pc:docMk/>
            <pc:sldMk cId="3225717458" sldId="317"/>
            <ac:spMk id="6" creationId="{83DC54EA-0C32-80DD-4E68-56A3BF521463}"/>
          </ac:spMkLst>
        </pc:spChg>
        <pc:spChg chg="mod">
          <ac:chgData name="Karell Yusdygo" userId="8b3ea7e4-4e5b-47df-8452-f56c073920d1" providerId="ADAL" clId="{07B6DD73-E0C0-5492-BA0C-E9907B986300}" dt="2026-09-08T05:27:45.935" v="3191" actId="207"/>
          <ac:spMkLst>
            <pc:docMk/>
            <pc:sldMk cId="3225717458" sldId="317"/>
            <ac:spMk id="25" creationId="{E53B0E19-2532-48FB-9BA6-03F7D0996594}"/>
          </ac:spMkLst>
        </pc:spChg>
        <pc:spChg chg="mod">
          <ac:chgData name="Karell Yusdygo" userId="8b3ea7e4-4e5b-47df-8452-f56c073920d1" providerId="ADAL" clId="{07B6DD73-E0C0-5492-BA0C-E9907B986300}" dt="2026-09-08T05:09:23.162" v="3078" actId="207"/>
          <ac:spMkLst>
            <pc:docMk/>
            <pc:sldMk cId="3225717458" sldId="317"/>
            <ac:spMk id="28" creationId="{7C670E09-18F4-37DC-4537-DB92E4D090FF}"/>
          </ac:spMkLst>
        </pc:spChg>
        <pc:spChg chg="mod">
          <ac:chgData name="Karell Yusdygo" userId="8b3ea7e4-4e5b-47df-8452-f56c073920d1" providerId="ADAL" clId="{07B6DD73-E0C0-5492-BA0C-E9907B986300}" dt="2026-09-09T04:32:03.094" v="8413" actId="1076"/>
          <ac:spMkLst>
            <pc:docMk/>
            <pc:sldMk cId="3225717458" sldId="317"/>
            <ac:spMk id="30" creationId="{E920C9EE-F491-2CEA-3A17-B8D74FCDC24D}"/>
          </ac:spMkLst>
        </pc:spChg>
        <pc:spChg chg="mod">
          <ac:chgData name="Karell Yusdygo" userId="8b3ea7e4-4e5b-47df-8452-f56c073920d1" providerId="ADAL" clId="{07B6DD73-E0C0-5492-BA0C-E9907B986300}" dt="2026-09-09T04:19:43.930" v="8274" actId="1076"/>
          <ac:spMkLst>
            <pc:docMk/>
            <pc:sldMk cId="3225717458" sldId="317"/>
            <ac:spMk id="31" creationId="{A75214D0-7E05-0881-55FA-35065C04837D}"/>
          </ac:spMkLst>
        </pc:spChg>
        <pc:picChg chg="mod modCrop">
          <ac:chgData name="Karell Yusdygo" userId="8b3ea7e4-4e5b-47df-8452-f56c073920d1" providerId="ADAL" clId="{07B6DD73-E0C0-5492-BA0C-E9907B986300}" dt="2026-09-09T01:54:16.017" v="8169" actId="18131"/>
          <ac:picMkLst>
            <pc:docMk/>
            <pc:sldMk cId="3225717458" sldId="317"/>
            <ac:picMk id="5" creationId="{1443697D-6E2A-AE6C-9682-F02A9999BCDD}"/>
          </ac:picMkLst>
        </pc:picChg>
      </pc:sldChg>
      <pc:sldChg chg="addSp delSp modSp add mod setBg">
        <pc:chgData name="Karell Yusdygo" userId="8b3ea7e4-4e5b-47df-8452-f56c073920d1" providerId="ADAL" clId="{07B6DD73-E0C0-5492-BA0C-E9907B986300}" dt="2026-09-09T05:17:26.300" v="8941" actId="20577"/>
        <pc:sldMkLst>
          <pc:docMk/>
          <pc:sldMk cId="1760235456" sldId="328"/>
        </pc:sldMkLst>
        <pc:spChg chg="add mod">
          <ac:chgData name="Karell Yusdygo" userId="8b3ea7e4-4e5b-47df-8452-f56c073920d1" providerId="ADAL" clId="{07B6DD73-E0C0-5492-BA0C-E9907B986300}" dt="2026-09-08T13:35:53.626" v="4441" actId="1076"/>
          <ac:spMkLst>
            <pc:docMk/>
            <pc:sldMk cId="1760235456" sldId="328"/>
            <ac:spMk id="2" creationId="{0A68CC14-3B83-B389-0C61-75D8D36EF3AD}"/>
          </ac:spMkLst>
        </pc:spChg>
        <pc:spChg chg="mod">
          <ac:chgData name="Karell Yusdygo" userId="8b3ea7e4-4e5b-47df-8452-f56c073920d1" providerId="ADAL" clId="{07B6DD73-E0C0-5492-BA0C-E9907B986300}" dt="2026-09-08T04:35:09.157" v="2088" actId="207"/>
          <ac:spMkLst>
            <pc:docMk/>
            <pc:sldMk cId="1760235456" sldId="328"/>
            <ac:spMk id="5" creationId="{76310601-3666-C56D-338C-C4E800860545}"/>
          </ac:spMkLst>
        </pc:spChg>
        <pc:spChg chg="mod">
          <ac:chgData name="Karell Yusdygo" userId="8b3ea7e4-4e5b-47df-8452-f56c073920d1" providerId="ADAL" clId="{07B6DD73-E0C0-5492-BA0C-E9907B986300}" dt="2026-09-08T05:08:34.193" v="3073" actId="1076"/>
          <ac:spMkLst>
            <pc:docMk/>
            <pc:sldMk cId="1760235456" sldId="328"/>
            <ac:spMk id="11" creationId="{DD811491-257F-881A-093A-8786F5C48B76}"/>
          </ac:spMkLst>
        </pc:spChg>
        <pc:spChg chg="add mod">
          <ac:chgData name="Karell Yusdygo" userId="8b3ea7e4-4e5b-47df-8452-f56c073920d1" providerId="ADAL" clId="{07B6DD73-E0C0-5492-BA0C-E9907B986300}" dt="2026-09-08T14:33:41.903" v="6463" actId="20577"/>
          <ac:spMkLst>
            <pc:docMk/>
            <pc:sldMk cId="1760235456" sldId="328"/>
            <ac:spMk id="23" creationId="{7A9A6C54-909F-8F3C-EAD8-A7670B30CD8E}"/>
          </ac:spMkLst>
        </pc:spChg>
        <pc:spChg chg="add mod">
          <ac:chgData name="Karell Yusdygo" userId="8b3ea7e4-4e5b-47df-8452-f56c073920d1" providerId="ADAL" clId="{07B6DD73-E0C0-5492-BA0C-E9907B986300}" dt="2026-09-09T05:17:26.300" v="8941" actId="20577"/>
          <ac:spMkLst>
            <pc:docMk/>
            <pc:sldMk cId="1760235456" sldId="328"/>
            <ac:spMk id="24" creationId="{22A30713-5109-82F4-4E1A-CC062BB8994B}"/>
          </ac:spMkLst>
        </pc:spChg>
        <pc:spChg chg="add mod">
          <ac:chgData name="Karell Yusdygo" userId="8b3ea7e4-4e5b-47df-8452-f56c073920d1" providerId="ADAL" clId="{07B6DD73-E0C0-5492-BA0C-E9907B986300}" dt="2026-09-08T14:29:01.036" v="6430" actId="1036"/>
          <ac:spMkLst>
            <pc:docMk/>
            <pc:sldMk cId="1760235456" sldId="328"/>
            <ac:spMk id="29" creationId="{FC8200CB-362D-3939-638B-5FDA51015283}"/>
          </ac:spMkLst>
        </pc:spChg>
        <pc:spChg chg="add mod">
          <ac:chgData name="Karell Yusdygo" userId="8b3ea7e4-4e5b-47df-8452-f56c073920d1" providerId="ADAL" clId="{07B6DD73-E0C0-5492-BA0C-E9907B986300}" dt="2026-09-09T05:07:57.430" v="8876" actId="313"/>
          <ac:spMkLst>
            <pc:docMk/>
            <pc:sldMk cId="1760235456" sldId="328"/>
            <ac:spMk id="31" creationId="{44BBC4D0-1E73-17D1-74DD-CA09337D9A86}"/>
          </ac:spMkLst>
        </pc:spChg>
        <pc:spChg chg="add mod">
          <ac:chgData name="Karell Yusdygo" userId="8b3ea7e4-4e5b-47df-8452-f56c073920d1" providerId="ADAL" clId="{07B6DD73-E0C0-5492-BA0C-E9907B986300}" dt="2026-09-08T05:08:34.011" v="3072" actId="207"/>
          <ac:spMkLst>
            <pc:docMk/>
            <pc:sldMk cId="1760235456" sldId="328"/>
            <ac:spMk id="35" creationId="{7B65DB94-AD62-B026-13BE-BDCD421735C3}"/>
          </ac:spMkLst>
        </pc:spChg>
        <pc:spChg chg="add mod">
          <ac:chgData name="Karell Yusdygo" userId="8b3ea7e4-4e5b-47df-8452-f56c073920d1" providerId="ADAL" clId="{07B6DD73-E0C0-5492-BA0C-E9907B986300}" dt="2026-09-08T04:58:14.709" v="2962" actId="1076"/>
          <ac:spMkLst>
            <pc:docMk/>
            <pc:sldMk cId="1760235456" sldId="328"/>
            <ac:spMk id="36" creationId="{FB397037-9A0C-4B62-7EDE-DABC548BFCA9}"/>
          </ac:spMkLst>
        </pc:spChg>
        <pc:spChg chg="add mod">
          <ac:chgData name="Karell Yusdygo" userId="8b3ea7e4-4e5b-47df-8452-f56c073920d1" providerId="ADAL" clId="{07B6DD73-E0C0-5492-BA0C-E9907B986300}" dt="2026-09-08T04:58:14.709" v="2962" actId="1076"/>
          <ac:spMkLst>
            <pc:docMk/>
            <pc:sldMk cId="1760235456" sldId="328"/>
            <ac:spMk id="37" creationId="{8A190323-9791-9203-9518-EA95003AAE9B}"/>
          </ac:spMkLst>
        </pc:spChg>
        <pc:picChg chg="mod">
          <ac:chgData name="Karell Yusdygo" userId="8b3ea7e4-4e5b-47df-8452-f56c073920d1" providerId="ADAL" clId="{07B6DD73-E0C0-5492-BA0C-E9907B986300}" dt="2026-09-08T13:35:26.853" v="4429" actId="1076"/>
          <ac:picMkLst>
            <pc:docMk/>
            <pc:sldMk cId="1760235456" sldId="328"/>
            <ac:picMk id="25" creationId="{B6383368-39E4-E843-6E06-305937F0F206}"/>
          </ac:picMkLst>
        </pc:picChg>
        <pc:picChg chg="add mod modCrop">
          <ac:chgData name="Karell Yusdygo" userId="8b3ea7e4-4e5b-47df-8452-f56c073920d1" providerId="ADAL" clId="{07B6DD73-E0C0-5492-BA0C-E9907B986300}" dt="2026-09-08T04:43:03.911" v="2169" actId="1076"/>
          <ac:picMkLst>
            <pc:docMk/>
            <pc:sldMk cId="1760235456" sldId="328"/>
            <ac:picMk id="26" creationId="{7F4A5FCD-77CE-48CE-3EE5-7F9F69DC9DDB}"/>
          </ac:picMkLst>
        </pc:picChg>
      </pc:sldChg>
      <pc:sldChg chg="addSp delSp modSp add mod ord modNotesTx">
        <pc:chgData name="Karell Yusdygo" userId="8b3ea7e4-4e5b-47df-8452-f56c073920d1" providerId="ADAL" clId="{07B6DD73-E0C0-5492-BA0C-E9907B986300}" dt="2026-09-08T14:51:01.454" v="6570" actId="20577"/>
        <pc:sldMkLst>
          <pc:docMk/>
          <pc:sldMk cId="3311165049" sldId="332"/>
        </pc:sldMkLst>
        <pc:spChg chg="mod">
          <ac:chgData name="Karell Yusdygo" userId="8b3ea7e4-4e5b-47df-8452-f56c073920d1" providerId="ADAL" clId="{07B6DD73-E0C0-5492-BA0C-E9907B986300}" dt="2026-09-08T05:41:58.632" v="3752" actId="20577"/>
          <ac:spMkLst>
            <pc:docMk/>
            <pc:sldMk cId="3311165049" sldId="332"/>
            <ac:spMk id="4" creationId="{058EB652-5BB2-1E3C-8425-B268C5DBACEE}"/>
          </ac:spMkLst>
        </pc:spChg>
        <pc:spChg chg="add mod">
          <ac:chgData name="Karell Yusdygo" userId="8b3ea7e4-4e5b-47df-8452-f56c073920d1" providerId="ADAL" clId="{07B6DD73-E0C0-5492-BA0C-E9907B986300}" dt="2026-09-08T05:43:39.122" v="4019" actId="1076"/>
          <ac:spMkLst>
            <pc:docMk/>
            <pc:sldMk cId="3311165049" sldId="332"/>
            <ac:spMk id="5" creationId="{E95E8856-F845-A7CF-1E26-37F5E44512F7}"/>
          </ac:spMkLst>
        </pc:spChg>
        <pc:spChg chg="mod">
          <ac:chgData name="Karell Yusdygo" userId="8b3ea7e4-4e5b-47df-8452-f56c073920d1" providerId="ADAL" clId="{07B6DD73-E0C0-5492-BA0C-E9907B986300}" dt="2026-09-08T05:43:39.122" v="4019" actId="1076"/>
          <ac:spMkLst>
            <pc:docMk/>
            <pc:sldMk cId="3311165049" sldId="332"/>
            <ac:spMk id="8" creationId="{A5F750D4-93D9-BF52-8D16-E140B15E00BF}"/>
          </ac:spMkLst>
        </pc:spChg>
      </pc:sldChg>
      <pc:sldChg chg="addSp modSp add mod modTransition">
        <pc:chgData name="Karell Yusdygo" userId="8b3ea7e4-4e5b-47df-8452-f56c073920d1" providerId="ADAL" clId="{07B6DD73-E0C0-5492-BA0C-E9907B986300}" dt="2026-09-08T14:51:21.356" v="6571"/>
        <pc:sldMkLst>
          <pc:docMk/>
          <pc:sldMk cId="1723926774" sldId="334"/>
        </pc:sldMkLst>
        <pc:spChg chg="add mod">
          <ac:chgData name="Karell Yusdygo" userId="8b3ea7e4-4e5b-47df-8452-f56c073920d1" providerId="ADAL" clId="{07B6DD73-E0C0-5492-BA0C-E9907B986300}" dt="2026-09-08T05:45:25.159" v="4164" actId="1076"/>
          <ac:spMkLst>
            <pc:docMk/>
            <pc:sldMk cId="1723926774" sldId="334"/>
            <ac:spMk id="2" creationId="{930371D6-6CD9-7F44-DCF9-6AB70AF45AAB}"/>
          </ac:spMkLst>
        </pc:spChg>
        <pc:spChg chg="mod">
          <ac:chgData name="Karell Yusdygo" userId="8b3ea7e4-4e5b-47df-8452-f56c073920d1" providerId="ADAL" clId="{07B6DD73-E0C0-5492-BA0C-E9907B986300}" dt="2026-09-08T05:46:44.226" v="4217" actId="1036"/>
          <ac:spMkLst>
            <pc:docMk/>
            <pc:sldMk cId="1723926774" sldId="334"/>
            <ac:spMk id="5" creationId="{F24D6748-333F-720D-97FA-48033716F65B}"/>
          </ac:spMkLst>
        </pc:spChg>
        <pc:spChg chg="mod">
          <ac:chgData name="Karell Yusdygo" userId="8b3ea7e4-4e5b-47df-8452-f56c073920d1" providerId="ADAL" clId="{07B6DD73-E0C0-5492-BA0C-E9907B986300}" dt="2026-09-08T05:44:21.226" v="4158" actId="207"/>
          <ac:spMkLst>
            <pc:docMk/>
            <pc:sldMk cId="1723926774" sldId="334"/>
            <ac:spMk id="8" creationId="{48E45894-97F1-5F8A-2505-50521AE8BF34}"/>
          </ac:spMkLst>
        </pc:spChg>
      </pc:sldChg>
      <pc:sldChg chg="addSp delSp modSp add mod ord modShow modNotesTx">
        <pc:chgData name="Karell Yusdygo" userId="8b3ea7e4-4e5b-47df-8452-f56c073920d1" providerId="ADAL" clId="{07B6DD73-E0C0-5492-BA0C-E9907B986300}" dt="2026-09-09T05:37:49.557" v="8991" actId="34476"/>
        <pc:sldMkLst>
          <pc:docMk/>
          <pc:sldMk cId="20801919" sldId="335"/>
        </pc:sldMkLst>
        <pc:spChg chg="add mod">
          <ac:chgData name="Karell Yusdygo" userId="8b3ea7e4-4e5b-47df-8452-f56c073920d1" providerId="ADAL" clId="{07B6DD73-E0C0-5492-BA0C-E9907B986300}" dt="2026-09-08T05:49:17.782" v="4238" actId="1076"/>
          <ac:spMkLst>
            <pc:docMk/>
            <pc:sldMk cId="20801919" sldId="335"/>
            <ac:spMk id="3" creationId="{BEA79855-3A53-9BC3-20A9-493D1B9C89C8}"/>
          </ac:spMkLst>
        </pc:spChg>
        <pc:spChg chg="add mod">
          <ac:chgData name="Karell Yusdygo" userId="8b3ea7e4-4e5b-47df-8452-f56c073920d1" providerId="ADAL" clId="{07B6DD73-E0C0-5492-BA0C-E9907B986300}" dt="2026-09-08T05:48:45.278" v="4234" actId="1076"/>
          <ac:spMkLst>
            <pc:docMk/>
            <pc:sldMk cId="20801919" sldId="335"/>
            <ac:spMk id="6" creationId="{0DEB58B2-474A-0363-9FA6-940536EDBBAE}"/>
          </ac:spMkLst>
        </pc:spChg>
        <pc:spChg chg="add mod">
          <ac:chgData name="Karell Yusdygo" userId="8b3ea7e4-4e5b-47df-8452-f56c073920d1" providerId="ADAL" clId="{07B6DD73-E0C0-5492-BA0C-E9907B986300}" dt="2026-09-08T05:48:59.521" v="4236" actId="1076"/>
          <ac:spMkLst>
            <pc:docMk/>
            <pc:sldMk cId="20801919" sldId="335"/>
            <ac:spMk id="7" creationId="{74A4C017-C0D7-33EC-4F9A-FFF34F62F491}"/>
          </ac:spMkLst>
        </pc:spChg>
        <pc:spChg chg="add del mod">
          <ac:chgData name="Karell Yusdygo" userId="8b3ea7e4-4e5b-47df-8452-f56c073920d1" providerId="ADAL" clId="{07B6DD73-E0C0-5492-BA0C-E9907B986300}" dt="2026-09-08T14:51:26.933" v="6573" actId="478"/>
          <ac:spMkLst>
            <pc:docMk/>
            <pc:sldMk cId="20801919" sldId="335"/>
            <ac:spMk id="9" creationId="{68FC425D-074E-8F55-CB5B-CD9E2E3FDCEB}"/>
          </ac:spMkLst>
        </pc:spChg>
        <pc:spChg chg="add mod">
          <ac:chgData name="Karell Yusdygo" userId="8b3ea7e4-4e5b-47df-8452-f56c073920d1" providerId="ADAL" clId="{07B6DD73-E0C0-5492-BA0C-E9907B986300}" dt="2026-09-08T14:07:34.735" v="6190"/>
          <ac:spMkLst>
            <pc:docMk/>
            <pc:sldMk cId="20801919" sldId="335"/>
            <ac:spMk id="11" creationId="{2BF9F2EF-4582-1D19-DC0A-824E0E9A0EF7}"/>
          </ac:spMkLst>
        </pc:spChg>
        <pc:picChg chg="add del mod modCrop">
          <ac:chgData name="Karell Yusdygo" userId="8b3ea7e4-4e5b-47df-8452-f56c073920d1" providerId="ADAL" clId="{07B6DD73-E0C0-5492-BA0C-E9907B986300}" dt="2026-09-08T13:59:39.885" v="5787" actId="29295"/>
          <ac:picMkLst>
            <pc:docMk/>
            <pc:sldMk cId="20801919" sldId="335"/>
            <ac:picMk id="12" creationId="{C290DC75-DAF1-D218-C5FF-975DC8EC583E}"/>
          </ac:picMkLst>
        </pc:picChg>
        <pc:picChg chg="add del mod modCrop">
          <ac:chgData name="Karell Yusdygo" userId="8b3ea7e4-4e5b-47df-8452-f56c073920d1" providerId="ADAL" clId="{07B6DD73-E0C0-5492-BA0C-E9907B986300}" dt="2026-09-08T13:57:25.220" v="4708" actId="29295"/>
          <ac:picMkLst>
            <pc:docMk/>
            <pc:sldMk cId="20801919" sldId="335"/>
            <ac:picMk id="16" creationId="{862DEB3B-EB75-5BD2-E097-FADD8CDDB854}"/>
          </ac:picMkLst>
        </pc:picChg>
        <pc:picChg chg="add del mod modCrop">
          <ac:chgData name="Karell Yusdygo" userId="8b3ea7e4-4e5b-47df-8452-f56c073920d1" providerId="ADAL" clId="{07B6DD73-E0C0-5492-BA0C-E9907B986300}" dt="2026-09-08T13:57:25.220" v="4708" actId="29295"/>
          <ac:picMkLst>
            <pc:docMk/>
            <pc:sldMk cId="20801919" sldId="335"/>
            <ac:picMk id="18" creationId="{39D2B4F5-6E07-8113-2B2A-B5AF89FC1171}"/>
          </ac:picMkLst>
        </pc:picChg>
        <pc:picChg chg="add del mod modCrop">
          <ac:chgData name="Karell Yusdygo" userId="8b3ea7e4-4e5b-47df-8452-f56c073920d1" providerId="ADAL" clId="{07B6DD73-E0C0-5492-BA0C-E9907B986300}" dt="2026-09-08T13:57:25.220" v="4708" actId="29295"/>
          <ac:picMkLst>
            <pc:docMk/>
            <pc:sldMk cId="20801919" sldId="335"/>
            <ac:picMk id="22" creationId="{D5A11365-3CDE-82BF-1720-24C6EF7E0E44}"/>
          </ac:picMkLst>
        </pc:picChg>
      </pc:sldChg>
      <pc:sldChg chg="addSp delSp modSp mod">
        <pc:chgData name="Karell Yusdygo" userId="8b3ea7e4-4e5b-47df-8452-f56c073920d1" providerId="ADAL" clId="{07B6DD73-E0C0-5492-BA0C-E9907B986300}" dt="2026-09-09T04:33:23.582" v="8456" actId="478"/>
        <pc:sldMkLst>
          <pc:docMk/>
          <pc:sldMk cId="241660292" sldId="336"/>
        </pc:sldMkLst>
        <pc:spChg chg="mod">
          <ac:chgData name="Karell Yusdygo" userId="8b3ea7e4-4e5b-47df-8452-f56c073920d1" providerId="ADAL" clId="{07B6DD73-E0C0-5492-BA0C-E9907B986300}" dt="2026-09-09T00:53:28.571" v="8003" actId="1076"/>
          <ac:spMkLst>
            <pc:docMk/>
            <pc:sldMk cId="241660292" sldId="336"/>
            <ac:spMk id="3" creationId="{230BB242-F079-19F7-238A-F7A1FE5D2D95}"/>
          </ac:spMkLst>
        </pc:spChg>
        <pc:spChg chg="add del mod">
          <ac:chgData name="Karell Yusdygo" userId="8b3ea7e4-4e5b-47df-8452-f56c073920d1" providerId="ADAL" clId="{07B6DD73-E0C0-5492-BA0C-E9907B986300}" dt="2026-09-09T04:33:23.582" v="8456" actId="478"/>
          <ac:spMkLst>
            <pc:docMk/>
            <pc:sldMk cId="241660292" sldId="336"/>
            <ac:spMk id="6" creationId="{B0CFC6A3-EB8F-C787-6374-9FD22EC17777}"/>
          </ac:spMkLst>
        </pc:spChg>
        <pc:spChg chg="mod">
          <ac:chgData name="Karell Yusdygo" userId="8b3ea7e4-4e5b-47df-8452-f56c073920d1" providerId="ADAL" clId="{07B6DD73-E0C0-5492-BA0C-E9907B986300}" dt="2026-09-09T00:52:30.439" v="7999" actId="1076"/>
          <ac:spMkLst>
            <pc:docMk/>
            <pc:sldMk cId="241660292" sldId="336"/>
            <ac:spMk id="8" creationId="{B5CF6651-12E2-3EE5-D33B-D5D11E5CB4B4}"/>
          </ac:spMkLst>
        </pc:spChg>
        <pc:spChg chg="mod">
          <ac:chgData name="Karell Yusdygo" userId="8b3ea7e4-4e5b-47df-8452-f56c073920d1" providerId="ADAL" clId="{07B6DD73-E0C0-5492-BA0C-E9907B986300}" dt="2026-09-09T00:52:30.439" v="7999" actId="1076"/>
          <ac:spMkLst>
            <pc:docMk/>
            <pc:sldMk cId="241660292" sldId="336"/>
            <ac:spMk id="9" creationId="{35B04702-5633-F12D-BDA6-7742502C5609}"/>
          </ac:spMkLst>
        </pc:spChg>
        <pc:spChg chg="mod">
          <ac:chgData name="Karell Yusdygo" userId="8b3ea7e4-4e5b-47df-8452-f56c073920d1" providerId="ADAL" clId="{07B6DD73-E0C0-5492-BA0C-E9907B986300}" dt="2026-09-09T00:52:30.439" v="7999" actId="1076"/>
          <ac:spMkLst>
            <pc:docMk/>
            <pc:sldMk cId="241660292" sldId="336"/>
            <ac:spMk id="33" creationId="{D733D7E0-FD1A-F54F-49F1-87C3A614E7AC}"/>
          </ac:spMkLst>
        </pc:spChg>
        <pc:spChg chg="mod">
          <ac:chgData name="Karell Yusdygo" userId="8b3ea7e4-4e5b-47df-8452-f56c073920d1" providerId="ADAL" clId="{07B6DD73-E0C0-5492-BA0C-E9907B986300}" dt="2026-09-09T00:52:30.439" v="7999" actId="1076"/>
          <ac:spMkLst>
            <pc:docMk/>
            <pc:sldMk cId="241660292" sldId="336"/>
            <ac:spMk id="42" creationId="{C4A7FF55-14AF-A612-8A60-101891FC5CFB}"/>
          </ac:spMkLst>
        </pc:spChg>
        <pc:spChg chg="mod">
          <ac:chgData name="Karell Yusdygo" userId="8b3ea7e4-4e5b-47df-8452-f56c073920d1" providerId="ADAL" clId="{07B6DD73-E0C0-5492-BA0C-E9907B986300}" dt="2026-09-09T00:52:30.439" v="7999" actId="1076"/>
          <ac:spMkLst>
            <pc:docMk/>
            <pc:sldMk cId="241660292" sldId="336"/>
            <ac:spMk id="43" creationId="{33379E00-AEC5-8E76-856E-637B2ACEACD4}"/>
          </ac:spMkLst>
        </pc:spChg>
        <pc:spChg chg="mod">
          <ac:chgData name="Karell Yusdygo" userId="8b3ea7e4-4e5b-47df-8452-f56c073920d1" providerId="ADAL" clId="{07B6DD73-E0C0-5492-BA0C-E9907B986300}" dt="2026-09-09T00:52:30.439" v="7999" actId="1076"/>
          <ac:spMkLst>
            <pc:docMk/>
            <pc:sldMk cId="241660292" sldId="336"/>
            <ac:spMk id="44" creationId="{B451E603-D375-F3D0-0B8D-E41A7641FFBA}"/>
          </ac:spMkLst>
        </pc:spChg>
        <pc:spChg chg="mod">
          <ac:chgData name="Karell Yusdygo" userId="8b3ea7e4-4e5b-47df-8452-f56c073920d1" providerId="ADAL" clId="{07B6DD73-E0C0-5492-BA0C-E9907B986300}" dt="2026-09-09T00:52:30.439" v="7999" actId="1076"/>
          <ac:spMkLst>
            <pc:docMk/>
            <pc:sldMk cId="241660292" sldId="336"/>
            <ac:spMk id="45" creationId="{C7880E50-2B59-D136-BF55-38F09335421A}"/>
          </ac:spMkLst>
        </pc:spChg>
        <pc:grpChg chg="mod">
          <ac:chgData name="Karell Yusdygo" userId="8b3ea7e4-4e5b-47df-8452-f56c073920d1" providerId="ADAL" clId="{07B6DD73-E0C0-5492-BA0C-E9907B986300}" dt="2026-09-09T00:52:30.439" v="7999" actId="1076"/>
          <ac:grpSpMkLst>
            <pc:docMk/>
            <pc:sldMk cId="241660292" sldId="336"/>
            <ac:grpSpMk id="14" creationId="{EA6EEDAD-CCD0-D656-1588-2352E1CC65B1}"/>
          </ac:grpSpMkLst>
        </pc:grpChg>
        <pc:grpChg chg="mod">
          <ac:chgData name="Karell Yusdygo" userId="8b3ea7e4-4e5b-47df-8452-f56c073920d1" providerId="ADAL" clId="{07B6DD73-E0C0-5492-BA0C-E9907B986300}" dt="2026-09-09T00:52:10.435" v="7997" actId="1076"/>
          <ac:grpSpMkLst>
            <pc:docMk/>
            <pc:sldMk cId="241660292" sldId="336"/>
            <ac:grpSpMk id="18" creationId="{3B2A9409-A9FD-EE78-FEBB-995368010A5E}"/>
          </ac:grpSpMkLst>
        </pc:grpChg>
        <pc:grpChg chg="mod">
          <ac:chgData name="Karell Yusdygo" userId="8b3ea7e4-4e5b-47df-8452-f56c073920d1" providerId="ADAL" clId="{07B6DD73-E0C0-5492-BA0C-E9907B986300}" dt="2026-09-09T00:52:10.435" v="7997" actId="1076"/>
          <ac:grpSpMkLst>
            <pc:docMk/>
            <pc:sldMk cId="241660292" sldId="336"/>
            <ac:grpSpMk id="22" creationId="{617D77F0-5A53-D53A-A889-C40BE775759A}"/>
          </ac:grpSpMkLst>
        </pc:grpChg>
        <pc:grpChg chg="mod">
          <ac:chgData name="Karell Yusdygo" userId="8b3ea7e4-4e5b-47df-8452-f56c073920d1" providerId="ADAL" clId="{07B6DD73-E0C0-5492-BA0C-E9907B986300}" dt="2026-09-09T00:52:30.439" v="7999" actId="1076"/>
          <ac:grpSpMkLst>
            <pc:docMk/>
            <pc:sldMk cId="241660292" sldId="336"/>
            <ac:grpSpMk id="26" creationId="{3098AA98-C5E6-346A-7B37-D8D801669A96}"/>
          </ac:grpSpMkLst>
        </pc:grpChg>
        <pc:grpChg chg="mod">
          <ac:chgData name="Karell Yusdygo" userId="8b3ea7e4-4e5b-47df-8452-f56c073920d1" providerId="ADAL" clId="{07B6DD73-E0C0-5492-BA0C-E9907B986300}" dt="2026-09-09T00:52:30.439" v="7999" actId="1076"/>
          <ac:grpSpMkLst>
            <pc:docMk/>
            <pc:sldMk cId="241660292" sldId="336"/>
            <ac:grpSpMk id="31" creationId="{BF29FE5F-490F-BCEB-E7DC-671622E7059D}"/>
          </ac:grpSpMkLst>
        </pc:grpChg>
      </pc:sldChg>
      <pc:sldChg chg="addSp delSp modSp add mod modTransition modNotesTx">
        <pc:chgData name="Karell Yusdygo" userId="8b3ea7e4-4e5b-47df-8452-f56c073920d1" providerId="ADAL" clId="{07B6DD73-E0C0-5492-BA0C-E9907B986300}" dt="2026-09-09T05:36:37.023" v="8987" actId="20577"/>
        <pc:sldMkLst>
          <pc:docMk/>
          <pc:sldMk cId="3690226530" sldId="337"/>
        </pc:sldMkLst>
        <pc:spChg chg="add mod">
          <ac:chgData name="Karell Yusdygo" userId="8b3ea7e4-4e5b-47df-8452-f56c073920d1" providerId="ADAL" clId="{07B6DD73-E0C0-5492-BA0C-E9907B986300}" dt="2026-09-09T01:06:42.046" v="8061" actId="14100"/>
          <ac:spMkLst>
            <pc:docMk/>
            <pc:sldMk cId="3690226530" sldId="337"/>
            <ac:spMk id="3" creationId="{F527C8D6-8BDA-B6D4-3286-57D939E8966B}"/>
          </ac:spMkLst>
        </pc:spChg>
        <pc:spChg chg="add mod">
          <ac:chgData name="Karell Yusdygo" userId="8b3ea7e4-4e5b-47df-8452-f56c073920d1" providerId="ADAL" clId="{07B6DD73-E0C0-5492-BA0C-E9907B986300}" dt="2026-09-09T04:30:50.308" v="8401" actId="20577"/>
          <ac:spMkLst>
            <pc:docMk/>
            <pc:sldMk cId="3690226530" sldId="337"/>
            <ac:spMk id="5" creationId="{7FCAAB56-9E17-64EB-A906-F49E642B0FAE}"/>
          </ac:spMkLst>
        </pc:spChg>
        <pc:spChg chg="add mod">
          <ac:chgData name="Karell Yusdygo" userId="8b3ea7e4-4e5b-47df-8452-f56c073920d1" providerId="ADAL" clId="{07B6DD73-E0C0-5492-BA0C-E9907B986300}" dt="2026-09-09T01:08:14.419" v="8111" actId="207"/>
          <ac:spMkLst>
            <pc:docMk/>
            <pc:sldMk cId="3690226530" sldId="337"/>
            <ac:spMk id="6" creationId="{0D113B65-3071-0C3A-32D4-D8FAF3C019F1}"/>
          </ac:spMkLst>
        </pc:spChg>
        <pc:spChg chg="add mod">
          <ac:chgData name="Karell Yusdygo" userId="8b3ea7e4-4e5b-47df-8452-f56c073920d1" providerId="ADAL" clId="{07B6DD73-E0C0-5492-BA0C-E9907B986300}" dt="2026-09-09T04:51:41.034" v="8704" actId="20577"/>
          <ac:spMkLst>
            <pc:docMk/>
            <pc:sldMk cId="3690226530" sldId="337"/>
            <ac:spMk id="10" creationId="{9847E375-5E51-C092-EBE4-1109187B8C3C}"/>
          </ac:spMkLst>
        </pc:spChg>
        <pc:spChg chg="add mod">
          <ac:chgData name="Karell Yusdygo" userId="8b3ea7e4-4e5b-47df-8452-f56c073920d1" providerId="ADAL" clId="{07B6DD73-E0C0-5492-BA0C-E9907B986300}" dt="2026-09-09T05:36:37.023" v="8987" actId="20577"/>
          <ac:spMkLst>
            <pc:docMk/>
            <pc:sldMk cId="3690226530" sldId="337"/>
            <ac:spMk id="11" creationId="{B3A574D2-569D-4F00-B973-9FAF4A13FC72}"/>
          </ac:spMkLst>
        </pc:spChg>
        <pc:spChg chg="add mod">
          <ac:chgData name="Karell Yusdygo" userId="8b3ea7e4-4e5b-47df-8452-f56c073920d1" providerId="ADAL" clId="{07B6DD73-E0C0-5492-BA0C-E9907B986300}" dt="2026-09-08T14:32:26.997" v="6457" actId="20577"/>
          <ac:spMkLst>
            <pc:docMk/>
            <pc:sldMk cId="3690226530" sldId="337"/>
            <ac:spMk id="13" creationId="{45E073F5-7456-4109-EBCE-D36089D14C81}"/>
          </ac:spMkLst>
        </pc:spChg>
        <pc:spChg chg="add del mod">
          <ac:chgData name="Karell Yusdygo" userId="8b3ea7e4-4e5b-47df-8452-f56c073920d1" providerId="ADAL" clId="{07B6DD73-E0C0-5492-BA0C-E9907B986300}" dt="2026-09-09T01:06:02.404" v="8055" actId="478"/>
          <ac:spMkLst>
            <pc:docMk/>
            <pc:sldMk cId="3690226530" sldId="337"/>
            <ac:spMk id="14" creationId="{0B7022BA-5A0E-A290-9E65-E71B33DB57E3}"/>
          </ac:spMkLst>
        </pc:spChg>
        <pc:spChg chg="add del mod">
          <ac:chgData name="Karell Yusdygo" userId="8b3ea7e4-4e5b-47df-8452-f56c073920d1" providerId="ADAL" clId="{07B6DD73-E0C0-5492-BA0C-E9907B986300}" dt="2026-09-09T01:07:12.967" v="8093" actId="478"/>
          <ac:spMkLst>
            <pc:docMk/>
            <pc:sldMk cId="3690226530" sldId="337"/>
            <ac:spMk id="15" creationId="{73D20CC1-5002-FE47-727C-17F03E7F43B6}"/>
          </ac:spMkLst>
        </pc:spChg>
        <pc:spChg chg="add mod">
          <ac:chgData name="Karell Yusdygo" userId="8b3ea7e4-4e5b-47df-8452-f56c073920d1" providerId="ADAL" clId="{07B6DD73-E0C0-5492-BA0C-E9907B986300}" dt="2026-09-09T01:13:33.016" v="8154" actId="1076"/>
          <ac:spMkLst>
            <pc:docMk/>
            <pc:sldMk cId="3690226530" sldId="337"/>
            <ac:spMk id="16" creationId="{8C843957-8A65-BA55-4F80-C0B55CBF045E}"/>
          </ac:spMkLst>
        </pc:spChg>
        <pc:spChg chg="add mod">
          <ac:chgData name="Karell Yusdygo" userId="8b3ea7e4-4e5b-47df-8452-f56c073920d1" providerId="ADAL" clId="{07B6DD73-E0C0-5492-BA0C-E9907B986300}" dt="2026-09-09T01:13:23.918" v="8152" actId="1076"/>
          <ac:spMkLst>
            <pc:docMk/>
            <pc:sldMk cId="3690226530" sldId="337"/>
            <ac:spMk id="17" creationId="{9CF3E5BA-E1E9-5CEB-AB1E-0ACED4CCC6DF}"/>
          </ac:spMkLst>
        </pc:spChg>
        <pc:spChg chg="add mod">
          <ac:chgData name="Karell Yusdygo" userId="8b3ea7e4-4e5b-47df-8452-f56c073920d1" providerId="ADAL" clId="{07B6DD73-E0C0-5492-BA0C-E9907B986300}" dt="2026-09-09T01:13:13.093" v="8148" actId="1076"/>
          <ac:spMkLst>
            <pc:docMk/>
            <pc:sldMk cId="3690226530" sldId="337"/>
            <ac:spMk id="18" creationId="{4152EE19-83C5-C774-ED14-0C5A7BDAD37C}"/>
          </ac:spMkLst>
        </pc:spChg>
        <pc:spChg chg="add mod">
          <ac:chgData name="Karell Yusdygo" userId="8b3ea7e4-4e5b-47df-8452-f56c073920d1" providerId="ADAL" clId="{07B6DD73-E0C0-5492-BA0C-E9907B986300}" dt="2026-09-09T01:13:16.858" v="8149" actId="1076"/>
          <ac:spMkLst>
            <pc:docMk/>
            <pc:sldMk cId="3690226530" sldId="337"/>
            <ac:spMk id="19" creationId="{BBA0B2DB-EA17-435D-88CE-521B285B8233}"/>
          </ac:spMkLst>
        </pc:spChg>
        <pc:spChg chg="add mod">
          <ac:chgData name="Karell Yusdygo" userId="8b3ea7e4-4e5b-47df-8452-f56c073920d1" providerId="ADAL" clId="{07B6DD73-E0C0-5492-BA0C-E9907B986300}" dt="2026-09-09T01:13:07.851" v="8147" actId="1076"/>
          <ac:spMkLst>
            <pc:docMk/>
            <pc:sldMk cId="3690226530" sldId="337"/>
            <ac:spMk id="20" creationId="{FCBA84F2-9217-83A7-41CB-5C152F887A3E}"/>
          </ac:spMkLst>
        </pc:spChg>
        <pc:spChg chg="add mod">
          <ac:chgData name="Karell Yusdygo" userId="8b3ea7e4-4e5b-47df-8452-f56c073920d1" providerId="ADAL" clId="{07B6DD73-E0C0-5492-BA0C-E9907B986300}" dt="2026-09-09T01:13:07.851" v="8147" actId="1076"/>
          <ac:spMkLst>
            <pc:docMk/>
            <pc:sldMk cId="3690226530" sldId="337"/>
            <ac:spMk id="21" creationId="{82506427-2725-5411-3940-FC7A0E7F8690}"/>
          </ac:spMkLst>
        </pc:spChg>
        <pc:picChg chg="add mod modCrop">
          <ac:chgData name="Karell Yusdygo" userId="8b3ea7e4-4e5b-47df-8452-f56c073920d1" providerId="ADAL" clId="{07B6DD73-E0C0-5492-BA0C-E9907B986300}" dt="2026-09-09T01:06:20.796" v="8058" actId="167"/>
          <ac:picMkLst>
            <pc:docMk/>
            <pc:sldMk cId="3690226530" sldId="337"/>
            <ac:picMk id="2" creationId="{1C5C9959-8D17-3822-8A06-8D48EB004D1C}"/>
          </ac:picMkLst>
        </pc:picChg>
        <pc:picChg chg="add mod">
          <ac:chgData name="Karell Yusdygo" userId="8b3ea7e4-4e5b-47df-8452-f56c073920d1" providerId="ADAL" clId="{07B6DD73-E0C0-5492-BA0C-E9907B986300}" dt="2026-09-09T01:13:33.016" v="8154" actId="1076"/>
          <ac:picMkLst>
            <pc:docMk/>
            <pc:sldMk cId="3690226530" sldId="337"/>
            <ac:picMk id="7" creationId="{9D70318A-D107-DFCA-858D-F55EE21CB80C}"/>
          </ac:picMkLst>
        </pc:picChg>
        <pc:picChg chg="add mod">
          <ac:chgData name="Karell Yusdygo" userId="8b3ea7e4-4e5b-47df-8452-f56c073920d1" providerId="ADAL" clId="{07B6DD73-E0C0-5492-BA0C-E9907B986300}" dt="2026-09-09T01:13:23.918" v="8152" actId="1076"/>
          <ac:picMkLst>
            <pc:docMk/>
            <pc:sldMk cId="3690226530" sldId="337"/>
            <ac:picMk id="8" creationId="{026F1698-3C27-14C2-9D1A-3591111DB7DD}"/>
          </ac:picMkLst>
        </pc:picChg>
        <pc:picChg chg="add mod">
          <ac:chgData name="Karell Yusdygo" userId="8b3ea7e4-4e5b-47df-8452-f56c073920d1" providerId="ADAL" clId="{07B6DD73-E0C0-5492-BA0C-E9907B986300}" dt="2026-09-09T01:13:13.093" v="8148" actId="1076"/>
          <ac:picMkLst>
            <pc:docMk/>
            <pc:sldMk cId="3690226530" sldId="337"/>
            <ac:picMk id="9" creationId="{3C56BF20-86CD-A03B-0EB0-39249425F511}"/>
          </ac:picMkLst>
        </pc:picChg>
        <pc:picChg chg="add mod">
          <ac:chgData name="Karell Yusdygo" userId="8b3ea7e4-4e5b-47df-8452-f56c073920d1" providerId="ADAL" clId="{07B6DD73-E0C0-5492-BA0C-E9907B986300}" dt="2026-09-09T01:13:16.858" v="8149" actId="1076"/>
          <ac:picMkLst>
            <pc:docMk/>
            <pc:sldMk cId="3690226530" sldId="337"/>
            <ac:picMk id="12" creationId="{0F9518A2-E38A-89D5-9624-C9B681CAF93B}"/>
          </ac:picMkLst>
        </pc:picChg>
      </pc:sldChg>
      <pc:sldChg chg="addSp delSp modSp add mod ord modShow">
        <pc:chgData name="Karell Yusdygo" userId="8b3ea7e4-4e5b-47df-8452-f56c073920d1" providerId="ADAL" clId="{07B6DD73-E0C0-5492-BA0C-E9907B986300}" dt="2026-09-09T05:37:49.557" v="8991" actId="34476"/>
        <pc:sldMkLst>
          <pc:docMk/>
          <pc:sldMk cId="3439410210" sldId="341"/>
        </pc:sldMkLst>
        <pc:spChg chg="add mod">
          <ac:chgData name="Karell Yusdygo" userId="8b3ea7e4-4e5b-47df-8452-f56c073920d1" providerId="ADAL" clId="{07B6DD73-E0C0-5492-BA0C-E9907B986300}" dt="2026-09-08T14:00:55.425" v="5802" actId="1076"/>
          <ac:spMkLst>
            <pc:docMk/>
            <pc:sldMk cId="3439410210" sldId="341"/>
            <ac:spMk id="2" creationId="{0F2E1BF9-3FB2-92F8-5647-A02AA22DBE2E}"/>
          </ac:spMkLst>
        </pc:spChg>
        <pc:spChg chg="add mod">
          <ac:chgData name="Karell Yusdygo" userId="8b3ea7e4-4e5b-47df-8452-f56c073920d1" providerId="ADAL" clId="{07B6DD73-E0C0-5492-BA0C-E9907B986300}" dt="2026-09-08T14:04:09.717" v="6141" actId="1076"/>
          <ac:spMkLst>
            <pc:docMk/>
            <pc:sldMk cId="3439410210" sldId="341"/>
            <ac:spMk id="10" creationId="{D632902B-5A70-1FD5-D36F-4AD88DA1A213}"/>
          </ac:spMkLst>
        </pc:spChg>
        <pc:spChg chg="add mod">
          <ac:chgData name="Karell Yusdygo" userId="8b3ea7e4-4e5b-47df-8452-f56c073920d1" providerId="ADAL" clId="{07B6DD73-E0C0-5492-BA0C-E9907B986300}" dt="2026-09-08T14:07:41.357" v="6192"/>
          <ac:spMkLst>
            <pc:docMk/>
            <pc:sldMk cId="3439410210" sldId="341"/>
            <ac:spMk id="11" creationId="{E9FB405B-C766-75F5-38D4-743536F38E2D}"/>
          </ac:spMkLst>
        </pc:spChg>
      </pc:sldChg>
      <pc:sldChg chg="addSp delSp modSp add mod modShow modNotesTx">
        <pc:chgData name="Karell Yusdygo" userId="8b3ea7e4-4e5b-47df-8452-f56c073920d1" providerId="ADAL" clId="{07B6DD73-E0C0-5492-BA0C-E9907B986300}" dt="2026-09-09T05:37:49.557" v="8991" actId="34476"/>
        <pc:sldMkLst>
          <pc:docMk/>
          <pc:sldMk cId="1926884754" sldId="342"/>
        </pc:sldMkLst>
        <pc:spChg chg="add mod">
          <ac:chgData name="Karell Yusdygo" userId="8b3ea7e4-4e5b-47df-8452-f56c073920d1" providerId="ADAL" clId="{07B6DD73-E0C0-5492-BA0C-E9907B986300}" dt="2026-09-08T14:02:26.926" v="5930" actId="1076"/>
          <ac:spMkLst>
            <pc:docMk/>
            <pc:sldMk cId="1926884754" sldId="342"/>
            <ac:spMk id="5" creationId="{2FCBB860-72CC-F14B-5603-5552FD88637E}"/>
          </ac:spMkLst>
        </pc:spChg>
        <pc:spChg chg="add mod">
          <ac:chgData name="Karell Yusdygo" userId="8b3ea7e4-4e5b-47df-8452-f56c073920d1" providerId="ADAL" clId="{07B6DD73-E0C0-5492-BA0C-E9907B986300}" dt="2026-09-08T14:04:19.509" v="6144" actId="1076"/>
          <ac:spMkLst>
            <pc:docMk/>
            <pc:sldMk cId="1926884754" sldId="342"/>
            <ac:spMk id="9" creationId="{2355389F-BCB7-2156-6ACF-568C5894E8FA}"/>
          </ac:spMkLst>
        </pc:spChg>
        <pc:spChg chg="add mod">
          <ac:chgData name="Karell Yusdygo" userId="8b3ea7e4-4e5b-47df-8452-f56c073920d1" providerId="ADAL" clId="{07B6DD73-E0C0-5492-BA0C-E9907B986300}" dt="2026-09-08T14:07:46.562" v="6194"/>
          <ac:spMkLst>
            <pc:docMk/>
            <pc:sldMk cId="1926884754" sldId="342"/>
            <ac:spMk id="10" creationId="{0EEA4D41-AD67-AB1A-C423-CEADE4694056}"/>
          </ac:spMkLst>
        </pc:spChg>
        <pc:picChg chg="mod">
          <ac:chgData name="Karell Yusdygo" userId="8b3ea7e4-4e5b-47df-8452-f56c073920d1" providerId="ADAL" clId="{07B6DD73-E0C0-5492-BA0C-E9907B986300}" dt="2026-09-08T14:02:10.768" v="5917" actId="29295"/>
          <ac:picMkLst>
            <pc:docMk/>
            <pc:sldMk cId="1926884754" sldId="342"/>
            <ac:picMk id="16" creationId="{EF58F9E0-3ED8-662F-68B7-9B8FA16074E1}"/>
          </ac:picMkLst>
        </pc:picChg>
      </pc:sldChg>
      <pc:sldChg chg="addSp delSp modSp add mod modShow modNotesTx">
        <pc:chgData name="Karell Yusdygo" userId="8b3ea7e4-4e5b-47df-8452-f56c073920d1" providerId="ADAL" clId="{07B6DD73-E0C0-5492-BA0C-E9907B986300}" dt="2026-09-09T05:37:49.557" v="8991" actId="34476"/>
        <pc:sldMkLst>
          <pc:docMk/>
          <pc:sldMk cId="3243307884" sldId="343"/>
        </pc:sldMkLst>
        <pc:spChg chg="add mod">
          <ac:chgData name="Karell Yusdygo" userId="8b3ea7e4-4e5b-47df-8452-f56c073920d1" providerId="ADAL" clId="{07B6DD73-E0C0-5492-BA0C-E9907B986300}" dt="2026-09-08T14:03:06.575" v="6092" actId="1076"/>
          <ac:spMkLst>
            <pc:docMk/>
            <pc:sldMk cId="3243307884" sldId="343"/>
            <ac:spMk id="9" creationId="{F3FFC0D6-D321-B237-CA27-2ABC7E40ECFE}"/>
          </ac:spMkLst>
        </pc:spChg>
        <pc:spChg chg="add mod">
          <ac:chgData name="Karell Yusdygo" userId="8b3ea7e4-4e5b-47df-8452-f56c073920d1" providerId="ADAL" clId="{07B6DD73-E0C0-5492-BA0C-E9907B986300}" dt="2026-09-08T14:06:16.305" v="6158" actId="1076"/>
          <ac:spMkLst>
            <pc:docMk/>
            <pc:sldMk cId="3243307884" sldId="343"/>
            <ac:spMk id="11" creationId="{BFB4C7F4-C597-BD76-77AD-6CB20F2BC7BB}"/>
          </ac:spMkLst>
        </pc:spChg>
        <pc:spChg chg="add mod">
          <ac:chgData name="Karell Yusdygo" userId="8b3ea7e4-4e5b-47df-8452-f56c073920d1" providerId="ADAL" clId="{07B6DD73-E0C0-5492-BA0C-E9907B986300}" dt="2026-09-08T14:07:52.864" v="6196"/>
          <ac:spMkLst>
            <pc:docMk/>
            <pc:sldMk cId="3243307884" sldId="343"/>
            <ac:spMk id="13" creationId="{3BD7C70E-DCCE-0708-6751-310CC6FFB643}"/>
          </ac:spMkLst>
        </pc:spChg>
        <pc:picChg chg="mod">
          <ac:chgData name="Karell Yusdygo" userId="8b3ea7e4-4e5b-47df-8452-f56c073920d1" providerId="ADAL" clId="{07B6DD73-E0C0-5492-BA0C-E9907B986300}" dt="2026-09-08T14:02:43.210" v="6070" actId="29295"/>
          <ac:picMkLst>
            <pc:docMk/>
            <pc:sldMk cId="3243307884" sldId="343"/>
            <ac:picMk id="18" creationId="{CE572628-2E08-3F87-EB4F-D7ECE7D333DD}"/>
          </ac:picMkLst>
        </pc:picChg>
      </pc:sldChg>
      <pc:sldChg chg="addSp delSp modSp add mod modShow">
        <pc:chgData name="Karell Yusdygo" userId="8b3ea7e4-4e5b-47df-8452-f56c073920d1" providerId="ADAL" clId="{07B6DD73-E0C0-5492-BA0C-E9907B986300}" dt="2026-09-09T05:37:29.525" v="8990" actId="34476"/>
        <pc:sldMkLst>
          <pc:docMk/>
          <pc:sldMk cId="2803529208" sldId="344"/>
        </pc:sldMkLst>
        <pc:spChg chg="add del mod">
          <ac:chgData name="Karell Yusdygo" userId="8b3ea7e4-4e5b-47df-8452-f56c073920d1" providerId="ADAL" clId="{07B6DD73-E0C0-5492-BA0C-E9907B986300}" dt="2026-09-09T01:08:33.489" v="8115" actId="47"/>
          <ac:spMkLst>
            <pc:docMk/>
            <pc:sldMk cId="2803529208" sldId="344"/>
            <ac:spMk id="3" creationId="{DC31A1CC-C291-CB30-30F3-981645A0835B}"/>
          </ac:spMkLst>
        </pc:spChg>
        <pc:spChg chg="add del mod">
          <ac:chgData name="Karell Yusdygo" userId="8b3ea7e4-4e5b-47df-8452-f56c073920d1" providerId="ADAL" clId="{07B6DD73-E0C0-5492-BA0C-E9907B986300}" dt="2026-09-09T01:08:54.322" v="8125" actId="478"/>
          <ac:spMkLst>
            <pc:docMk/>
            <pc:sldMk cId="2803529208" sldId="344"/>
            <ac:spMk id="6" creationId="{36519EB9-7F31-00B3-93A5-DC102CE87B65}"/>
          </ac:spMkLst>
        </pc:spChg>
        <pc:spChg chg="add del">
          <ac:chgData name="Karell Yusdygo" userId="8b3ea7e4-4e5b-47df-8452-f56c073920d1" providerId="ADAL" clId="{07B6DD73-E0C0-5492-BA0C-E9907B986300}" dt="2026-09-09T04:52:25.305" v="8708" actId="22"/>
          <ac:spMkLst>
            <pc:docMk/>
            <pc:sldMk cId="2803529208" sldId="344"/>
            <ac:spMk id="8" creationId="{DDF68E87-383A-8EA6-1D3B-3EFBA91E5FD0}"/>
          </ac:spMkLst>
        </pc:spChg>
        <pc:spChg chg="add mod">
          <ac:chgData name="Karell Yusdygo" userId="8b3ea7e4-4e5b-47df-8452-f56c073920d1" providerId="ADAL" clId="{07B6DD73-E0C0-5492-BA0C-E9907B986300}" dt="2026-09-08T14:04:53.395" v="6151" actId="14100"/>
          <ac:spMkLst>
            <pc:docMk/>
            <pc:sldMk cId="2803529208" sldId="344"/>
            <ac:spMk id="10" creationId="{939CAE8F-F462-EFAD-2538-C13509A8ED62}"/>
          </ac:spMkLst>
        </pc:spChg>
        <pc:spChg chg="add mod">
          <ac:chgData name="Karell Yusdygo" userId="8b3ea7e4-4e5b-47df-8452-f56c073920d1" providerId="ADAL" clId="{07B6DD73-E0C0-5492-BA0C-E9907B986300}" dt="2026-09-08T14:07:27.172" v="6188" actId="20577"/>
          <ac:spMkLst>
            <pc:docMk/>
            <pc:sldMk cId="2803529208" sldId="344"/>
            <ac:spMk id="11" creationId="{A5263C59-C671-3966-3F0B-E780BF4C8707}"/>
          </ac:spMkLst>
        </pc:spChg>
        <pc:spChg chg="add del mod">
          <ac:chgData name="Karell Yusdygo" userId="8b3ea7e4-4e5b-47df-8452-f56c073920d1" providerId="ADAL" clId="{07B6DD73-E0C0-5492-BA0C-E9907B986300}" dt="2026-09-09T05:00:16.149" v="8859" actId="478"/>
          <ac:spMkLst>
            <pc:docMk/>
            <pc:sldMk cId="2803529208" sldId="344"/>
            <ac:spMk id="13" creationId="{118A2520-C9AE-FAAD-8110-DB54DC3E3C9E}"/>
          </ac:spMkLst>
        </pc:spChg>
        <pc:spChg chg="add mod">
          <ac:chgData name="Karell Yusdygo" userId="8b3ea7e4-4e5b-47df-8452-f56c073920d1" providerId="ADAL" clId="{07B6DD73-E0C0-5492-BA0C-E9907B986300}" dt="2026-09-09T05:36:44.671" v="8988"/>
          <ac:spMkLst>
            <pc:docMk/>
            <pc:sldMk cId="2803529208" sldId="344"/>
            <ac:spMk id="14" creationId="{5909E50B-605D-BD11-1E11-1F50DED5BB61}"/>
          </ac:spMkLst>
        </pc:spChg>
        <pc:spChg chg="add mod">
          <ac:chgData name="Karell Yusdygo" userId="8b3ea7e4-4e5b-47df-8452-f56c073920d1" providerId="ADAL" clId="{07B6DD73-E0C0-5492-BA0C-E9907B986300}" dt="2026-09-09T05:00:55.031" v="8863" actId="1076"/>
          <ac:spMkLst>
            <pc:docMk/>
            <pc:sldMk cId="2803529208" sldId="344"/>
            <ac:spMk id="15" creationId="{4F56C692-6F91-AB42-5150-86FB1429BFD7}"/>
          </ac:spMkLst>
        </pc:spChg>
        <pc:spChg chg="add mod">
          <ac:chgData name="Karell Yusdygo" userId="8b3ea7e4-4e5b-47df-8452-f56c073920d1" providerId="ADAL" clId="{07B6DD73-E0C0-5492-BA0C-E9907B986300}" dt="2026-09-09T05:00:55.031" v="8863" actId="1076"/>
          <ac:spMkLst>
            <pc:docMk/>
            <pc:sldMk cId="2803529208" sldId="344"/>
            <ac:spMk id="17" creationId="{40647BBB-712E-0E33-70B3-DEC441407EA4}"/>
          </ac:spMkLst>
        </pc:spChg>
        <pc:spChg chg="add del mod">
          <ac:chgData name="Karell Yusdygo" userId="8b3ea7e4-4e5b-47df-8452-f56c073920d1" providerId="ADAL" clId="{07B6DD73-E0C0-5492-BA0C-E9907B986300}" dt="2026-09-09T05:00:11.741" v="8857" actId="478"/>
          <ac:spMkLst>
            <pc:docMk/>
            <pc:sldMk cId="2803529208" sldId="344"/>
            <ac:spMk id="19" creationId="{23C025B2-1B03-B27D-59F1-98F6B8D92D3C}"/>
          </ac:spMkLst>
        </pc:spChg>
        <pc:spChg chg="add del mod">
          <ac:chgData name="Karell Yusdygo" userId="8b3ea7e4-4e5b-47df-8452-f56c073920d1" providerId="ADAL" clId="{07B6DD73-E0C0-5492-BA0C-E9907B986300}" dt="2026-09-09T05:00:13.414" v="8858" actId="478"/>
          <ac:spMkLst>
            <pc:docMk/>
            <pc:sldMk cId="2803529208" sldId="344"/>
            <ac:spMk id="20" creationId="{07694D69-E450-5EFE-B178-6A76FBFA1720}"/>
          </ac:spMkLst>
        </pc:spChg>
        <pc:spChg chg="add mod">
          <ac:chgData name="Karell Yusdygo" userId="8b3ea7e4-4e5b-47df-8452-f56c073920d1" providerId="ADAL" clId="{07B6DD73-E0C0-5492-BA0C-E9907B986300}" dt="2026-09-09T04:53:54.189" v="8740"/>
          <ac:spMkLst>
            <pc:docMk/>
            <pc:sldMk cId="2803529208" sldId="344"/>
            <ac:spMk id="21" creationId="{710886DF-5162-5700-03F3-D258B89D0D52}"/>
          </ac:spMkLst>
        </pc:spChg>
        <pc:spChg chg="add del mod">
          <ac:chgData name="Karell Yusdygo" userId="8b3ea7e4-4e5b-47df-8452-f56c073920d1" providerId="ADAL" clId="{07B6DD73-E0C0-5492-BA0C-E9907B986300}" dt="2026-09-09T05:00:09.963" v="8856" actId="478"/>
          <ac:spMkLst>
            <pc:docMk/>
            <pc:sldMk cId="2803529208" sldId="344"/>
            <ac:spMk id="23" creationId="{DBD8579C-02AD-ADF8-281C-CB2549745D59}"/>
          </ac:spMkLst>
        </pc:spChg>
        <pc:spChg chg="add del mod">
          <ac:chgData name="Karell Yusdygo" userId="8b3ea7e4-4e5b-47df-8452-f56c073920d1" providerId="ADAL" clId="{07B6DD73-E0C0-5492-BA0C-E9907B986300}" dt="2026-09-09T05:00:01.551" v="8850" actId="478"/>
          <ac:spMkLst>
            <pc:docMk/>
            <pc:sldMk cId="2803529208" sldId="344"/>
            <ac:spMk id="24" creationId="{A584A144-63DF-F7CA-9FAD-31EA211E4E18}"/>
          </ac:spMkLst>
        </pc:spChg>
        <pc:spChg chg="add del mod">
          <ac:chgData name="Karell Yusdygo" userId="8b3ea7e4-4e5b-47df-8452-f56c073920d1" providerId="ADAL" clId="{07B6DD73-E0C0-5492-BA0C-E9907B986300}" dt="2026-09-09T05:00:02.541" v="8851" actId="478"/>
          <ac:spMkLst>
            <pc:docMk/>
            <pc:sldMk cId="2803529208" sldId="344"/>
            <ac:spMk id="25" creationId="{D82B2B6C-1766-B506-E3A4-90D70FA69CFC}"/>
          </ac:spMkLst>
        </pc:spChg>
        <pc:spChg chg="add del mod">
          <ac:chgData name="Karell Yusdygo" userId="8b3ea7e4-4e5b-47df-8452-f56c073920d1" providerId="ADAL" clId="{07B6DD73-E0C0-5492-BA0C-E9907B986300}" dt="2026-09-09T05:00:04.725" v="8853" actId="478"/>
          <ac:spMkLst>
            <pc:docMk/>
            <pc:sldMk cId="2803529208" sldId="344"/>
            <ac:spMk id="26" creationId="{94F6E6D4-EFE9-0190-E3FD-385477BD7E89}"/>
          </ac:spMkLst>
        </pc:spChg>
        <pc:spChg chg="add del mod">
          <ac:chgData name="Karell Yusdygo" userId="8b3ea7e4-4e5b-47df-8452-f56c073920d1" providerId="ADAL" clId="{07B6DD73-E0C0-5492-BA0C-E9907B986300}" dt="2026-09-09T05:00:06.296" v="8854" actId="478"/>
          <ac:spMkLst>
            <pc:docMk/>
            <pc:sldMk cId="2803529208" sldId="344"/>
            <ac:spMk id="27" creationId="{EA4D7D59-B983-AFB5-50C7-BDC8CA043391}"/>
          </ac:spMkLst>
        </pc:spChg>
        <pc:spChg chg="add del mod">
          <ac:chgData name="Karell Yusdygo" userId="8b3ea7e4-4e5b-47df-8452-f56c073920d1" providerId="ADAL" clId="{07B6DD73-E0C0-5492-BA0C-E9907B986300}" dt="2026-09-09T05:00:07.780" v="8855" actId="478"/>
          <ac:spMkLst>
            <pc:docMk/>
            <pc:sldMk cId="2803529208" sldId="344"/>
            <ac:spMk id="28" creationId="{C50149D1-E98B-7AD4-027D-90164C4F930E}"/>
          </ac:spMkLst>
        </pc:spChg>
        <pc:picChg chg="mod">
          <ac:chgData name="Karell Yusdygo" userId="8b3ea7e4-4e5b-47df-8452-f56c073920d1" providerId="ADAL" clId="{07B6DD73-E0C0-5492-BA0C-E9907B986300}" dt="2026-09-09T04:55:35.049" v="8775" actId="1076"/>
          <ac:picMkLst>
            <pc:docMk/>
            <pc:sldMk cId="2803529208" sldId="344"/>
            <ac:picMk id="16" creationId="{C9D5558A-20F6-FE9C-6CFD-8919539FCAB5}"/>
          </ac:picMkLst>
        </pc:picChg>
        <pc:picChg chg="mod">
          <ac:chgData name="Karell Yusdygo" userId="8b3ea7e4-4e5b-47df-8452-f56c073920d1" providerId="ADAL" clId="{07B6DD73-E0C0-5492-BA0C-E9907B986300}" dt="2026-09-08T14:03:17.515" v="6127" actId="29295"/>
          <ac:picMkLst>
            <pc:docMk/>
            <pc:sldMk cId="2803529208" sldId="344"/>
            <ac:picMk id="22" creationId="{DB62BFA9-4845-5885-1554-A1977F319261}"/>
          </ac:picMkLst>
        </pc:picChg>
      </pc:sldChg>
      <pc:sldChg chg="delSp mod">
        <pc:chgData name="Karell Yusdygo" userId="8b3ea7e4-4e5b-47df-8452-f56c073920d1" providerId="ADAL" clId="{07B6DD73-E0C0-5492-BA0C-E9907B986300}" dt="2026-09-09T00:00:54.160" v="7013" actId="478"/>
        <pc:sldMkLst>
          <pc:docMk/>
          <pc:sldMk cId="3684091139" sldId="346"/>
        </pc:sldMkLst>
        <pc:spChg chg="del">
          <ac:chgData name="Karell Yusdygo" userId="8b3ea7e4-4e5b-47df-8452-f56c073920d1" providerId="ADAL" clId="{07B6DD73-E0C0-5492-BA0C-E9907B986300}" dt="2026-09-09T00:00:54.160" v="7013" actId="478"/>
          <ac:spMkLst>
            <pc:docMk/>
            <pc:sldMk cId="3684091139" sldId="346"/>
            <ac:spMk id="30" creationId="{E803E276-8DDA-8B3D-2DBC-5BACB6CF57D6}"/>
          </ac:spMkLst>
        </pc:spChg>
      </pc:sldChg>
      <pc:sldChg chg="modSp mod">
        <pc:chgData name="Karell Yusdygo" userId="8b3ea7e4-4e5b-47df-8452-f56c073920d1" providerId="ADAL" clId="{07B6DD73-E0C0-5492-BA0C-E9907B986300}" dt="2026-09-09T05:10:51.155" v="8891" actId="20577"/>
        <pc:sldMkLst>
          <pc:docMk/>
          <pc:sldMk cId="1789571159" sldId="347"/>
        </pc:sldMkLst>
        <pc:spChg chg="mod">
          <ac:chgData name="Karell Yusdygo" userId="8b3ea7e4-4e5b-47df-8452-f56c073920d1" providerId="ADAL" clId="{07B6DD73-E0C0-5492-BA0C-E9907B986300}" dt="2026-09-09T01:11:23.194" v="8137" actId="20577"/>
          <ac:spMkLst>
            <pc:docMk/>
            <pc:sldMk cId="1789571159" sldId="347"/>
            <ac:spMk id="3" creationId="{4B64C481-2807-010D-9FBF-A4198EA9E76D}"/>
          </ac:spMkLst>
        </pc:spChg>
        <pc:spChg chg="mod">
          <ac:chgData name="Karell Yusdygo" userId="8b3ea7e4-4e5b-47df-8452-f56c073920d1" providerId="ADAL" clId="{07B6DD73-E0C0-5492-BA0C-E9907B986300}" dt="2026-09-09T04:03:38.585" v="8257" actId="1076"/>
          <ac:spMkLst>
            <pc:docMk/>
            <pc:sldMk cId="1789571159" sldId="347"/>
            <ac:spMk id="8" creationId="{AA63B2C7-8A92-F10F-F8A4-1A2804D070ED}"/>
          </ac:spMkLst>
        </pc:spChg>
        <pc:spChg chg="mod">
          <ac:chgData name="Karell Yusdygo" userId="8b3ea7e4-4e5b-47df-8452-f56c073920d1" providerId="ADAL" clId="{07B6DD73-E0C0-5492-BA0C-E9907B986300}" dt="2026-09-09T04:03:38.585" v="8257" actId="1076"/>
          <ac:spMkLst>
            <pc:docMk/>
            <pc:sldMk cId="1789571159" sldId="347"/>
            <ac:spMk id="11" creationId="{45F77891-C477-C5F0-F3BA-E95DCD3683F5}"/>
          </ac:spMkLst>
        </pc:spChg>
        <pc:spChg chg="mod">
          <ac:chgData name="Karell Yusdygo" userId="8b3ea7e4-4e5b-47df-8452-f56c073920d1" providerId="ADAL" clId="{07B6DD73-E0C0-5492-BA0C-E9907B986300}" dt="2026-09-09T05:10:51.155" v="8891" actId="20577"/>
          <ac:spMkLst>
            <pc:docMk/>
            <pc:sldMk cId="1789571159" sldId="347"/>
            <ac:spMk id="12" creationId="{9E478E06-78AF-49B5-A691-B10C50040814}"/>
          </ac:spMkLst>
        </pc:spChg>
      </pc:sldChg>
      <pc:sldChg chg="modSp mod">
        <pc:chgData name="Karell Yusdygo" userId="8b3ea7e4-4e5b-47df-8452-f56c073920d1" providerId="ADAL" clId="{07B6DD73-E0C0-5492-BA0C-E9907B986300}" dt="2026-09-09T00:54:06.515" v="8010" actId="207"/>
        <pc:sldMkLst>
          <pc:docMk/>
          <pc:sldMk cId="3565492159" sldId="348"/>
        </pc:sldMkLst>
        <pc:spChg chg="mod">
          <ac:chgData name="Karell Yusdygo" userId="8b3ea7e4-4e5b-47df-8452-f56c073920d1" providerId="ADAL" clId="{07B6DD73-E0C0-5492-BA0C-E9907B986300}" dt="2026-09-09T00:52:57.117" v="8000" actId="2711"/>
          <ac:spMkLst>
            <pc:docMk/>
            <pc:sldMk cId="3565492159" sldId="348"/>
            <ac:spMk id="5" creationId="{F1387FCE-0D93-EB86-4873-0D495A3B32CD}"/>
          </ac:spMkLst>
        </pc:spChg>
        <pc:spChg chg="mod">
          <ac:chgData name="Karell Yusdygo" userId="8b3ea7e4-4e5b-47df-8452-f56c073920d1" providerId="ADAL" clId="{07B6DD73-E0C0-5492-BA0C-E9907B986300}" dt="2026-09-09T00:54:06.515" v="8010" actId="207"/>
          <ac:spMkLst>
            <pc:docMk/>
            <pc:sldMk cId="3565492159" sldId="348"/>
            <ac:spMk id="7" creationId="{7D98A3BF-9C92-8AE2-6ABC-619776400783}"/>
          </ac:spMkLst>
        </pc:spChg>
        <pc:spChg chg="mod">
          <ac:chgData name="Karell Yusdygo" userId="8b3ea7e4-4e5b-47df-8452-f56c073920d1" providerId="ADAL" clId="{07B6DD73-E0C0-5492-BA0C-E9907B986300}" dt="2026-09-09T00:52:57.117" v="8000" actId="2711"/>
          <ac:spMkLst>
            <pc:docMk/>
            <pc:sldMk cId="3565492159" sldId="348"/>
            <ac:spMk id="8" creationId="{CB832669-7342-989E-F8D8-F07F7D584C9C}"/>
          </ac:spMkLst>
        </pc:spChg>
        <pc:spChg chg="mod">
          <ac:chgData name="Karell Yusdygo" userId="8b3ea7e4-4e5b-47df-8452-f56c073920d1" providerId="ADAL" clId="{07B6DD73-E0C0-5492-BA0C-E9907B986300}" dt="2026-09-09T00:52:57.117" v="8000" actId="2711"/>
          <ac:spMkLst>
            <pc:docMk/>
            <pc:sldMk cId="3565492159" sldId="348"/>
            <ac:spMk id="12" creationId="{5F2C9EA6-EBFA-104E-B1C8-6A2E0F92315D}"/>
          </ac:spMkLst>
        </pc:spChg>
        <pc:spChg chg="mod">
          <ac:chgData name="Karell Yusdygo" userId="8b3ea7e4-4e5b-47df-8452-f56c073920d1" providerId="ADAL" clId="{07B6DD73-E0C0-5492-BA0C-E9907B986300}" dt="2026-09-09T00:52:57.117" v="8000" actId="2711"/>
          <ac:spMkLst>
            <pc:docMk/>
            <pc:sldMk cId="3565492159" sldId="348"/>
            <ac:spMk id="15" creationId="{46092013-4490-7DF1-EF89-4E9A7221866D}"/>
          </ac:spMkLst>
        </pc:spChg>
        <pc:spChg chg="mod">
          <ac:chgData name="Karell Yusdygo" userId="8b3ea7e4-4e5b-47df-8452-f56c073920d1" providerId="ADAL" clId="{07B6DD73-E0C0-5492-BA0C-E9907B986300}" dt="2026-09-09T00:52:57.117" v="8000" actId="2711"/>
          <ac:spMkLst>
            <pc:docMk/>
            <pc:sldMk cId="3565492159" sldId="348"/>
            <ac:spMk id="26" creationId="{DC103073-36B4-BC10-3240-B4DB5EE83B12}"/>
          </ac:spMkLst>
        </pc:spChg>
        <pc:spChg chg="mod">
          <ac:chgData name="Karell Yusdygo" userId="8b3ea7e4-4e5b-47df-8452-f56c073920d1" providerId="ADAL" clId="{07B6DD73-E0C0-5492-BA0C-E9907B986300}" dt="2026-09-09T00:52:57.117" v="8000" actId="2711"/>
          <ac:spMkLst>
            <pc:docMk/>
            <pc:sldMk cId="3565492159" sldId="348"/>
            <ac:spMk id="28" creationId="{B7753F3E-C4F1-1401-5526-7C9CA007379B}"/>
          </ac:spMkLst>
        </pc:spChg>
        <pc:spChg chg="mod">
          <ac:chgData name="Karell Yusdygo" userId="8b3ea7e4-4e5b-47df-8452-f56c073920d1" providerId="ADAL" clId="{07B6DD73-E0C0-5492-BA0C-E9907B986300}" dt="2026-09-09T00:21:36.515" v="7457" actId="207"/>
          <ac:spMkLst>
            <pc:docMk/>
            <pc:sldMk cId="3565492159" sldId="348"/>
            <ac:spMk id="29" creationId="{B504159C-BBD6-DE5C-EBAC-9E3B3B3BECA4}"/>
          </ac:spMkLst>
        </pc:spChg>
        <pc:spChg chg="mod">
          <ac:chgData name="Karell Yusdygo" userId="8b3ea7e4-4e5b-47df-8452-f56c073920d1" providerId="ADAL" clId="{07B6DD73-E0C0-5492-BA0C-E9907B986300}" dt="2026-09-09T00:52:57.117" v="8000" actId="2711"/>
          <ac:spMkLst>
            <pc:docMk/>
            <pc:sldMk cId="3565492159" sldId="348"/>
            <ac:spMk id="30" creationId="{DBDE434B-3900-7BBF-F1BB-069DE7E86D98}"/>
          </ac:spMkLst>
        </pc:spChg>
        <pc:spChg chg="mod">
          <ac:chgData name="Karell Yusdygo" userId="8b3ea7e4-4e5b-47df-8452-f56c073920d1" providerId="ADAL" clId="{07B6DD73-E0C0-5492-BA0C-E9907B986300}" dt="2026-09-09T00:21:39.009" v="7458" actId="207"/>
          <ac:spMkLst>
            <pc:docMk/>
            <pc:sldMk cId="3565492159" sldId="348"/>
            <ac:spMk id="31" creationId="{23811DF1-A3F5-0929-BDB6-67223B5009AE}"/>
          </ac:spMkLst>
        </pc:spChg>
        <pc:spChg chg="mod">
          <ac:chgData name="Karell Yusdygo" userId="8b3ea7e4-4e5b-47df-8452-f56c073920d1" providerId="ADAL" clId="{07B6DD73-E0C0-5492-BA0C-E9907B986300}" dt="2026-09-09T00:19:31.760" v="7452" actId="2085"/>
          <ac:spMkLst>
            <pc:docMk/>
            <pc:sldMk cId="3565492159" sldId="348"/>
            <ac:spMk id="33" creationId="{28B18889-B8DF-91D7-293E-77A18E3476B9}"/>
          </ac:spMkLst>
        </pc:spChg>
        <pc:spChg chg="mod">
          <ac:chgData name="Karell Yusdygo" userId="8b3ea7e4-4e5b-47df-8452-f56c073920d1" providerId="ADAL" clId="{07B6DD73-E0C0-5492-BA0C-E9907B986300}" dt="2026-09-09T00:52:57.117" v="8000" actId="2711"/>
          <ac:spMkLst>
            <pc:docMk/>
            <pc:sldMk cId="3565492159" sldId="348"/>
            <ac:spMk id="34" creationId="{E81979E8-D292-523C-7BEC-AEB8A665AFA9}"/>
          </ac:spMkLst>
        </pc:spChg>
        <pc:spChg chg="mod">
          <ac:chgData name="Karell Yusdygo" userId="8b3ea7e4-4e5b-47df-8452-f56c073920d1" providerId="ADAL" clId="{07B6DD73-E0C0-5492-BA0C-E9907B986300}" dt="2026-09-09T00:21:25.398" v="7453" actId="207"/>
          <ac:spMkLst>
            <pc:docMk/>
            <pc:sldMk cId="3565492159" sldId="348"/>
            <ac:spMk id="35" creationId="{1AF9C982-440D-2ACD-5214-EF93B7F02BB0}"/>
          </ac:spMkLst>
        </pc:spChg>
        <pc:spChg chg="mod">
          <ac:chgData name="Karell Yusdygo" userId="8b3ea7e4-4e5b-47df-8452-f56c073920d1" providerId="ADAL" clId="{07B6DD73-E0C0-5492-BA0C-E9907B986300}" dt="2026-09-09T00:52:57.117" v="8000" actId="2711"/>
          <ac:spMkLst>
            <pc:docMk/>
            <pc:sldMk cId="3565492159" sldId="348"/>
            <ac:spMk id="36" creationId="{05441526-267D-5DFE-61AE-A0A33D05392D}"/>
          </ac:spMkLst>
        </pc:spChg>
      </pc:sldChg>
      <pc:sldChg chg="addSp delSp modSp mod addAnim delAnim modAnim">
        <pc:chgData name="Karell Yusdygo" userId="8b3ea7e4-4e5b-47df-8452-f56c073920d1" providerId="ADAL" clId="{07B6DD73-E0C0-5492-BA0C-E9907B986300}" dt="2026-09-09T05:35:44.696" v="8984" actId="20577"/>
        <pc:sldMkLst>
          <pc:docMk/>
          <pc:sldMk cId="2732170788" sldId="349"/>
        </pc:sldMkLst>
        <pc:spChg chg="add del mod">
          <ac:chgData name="Karell Yusdygo" userId="8b3ea7e4-4e5b-47df-8452-f56c073920d1" providerId="ADAL" clId="{07B6DD73-E0C0-5492-BA0C-E9907B986300}" dt="2026-09-09T00:28:44.094" v="7613" actId="478"/>
          <ac:spMkLst>
            <pc:docMk/>
            <pc:sldMk cId="2732170788" sldId="349"/>
            <ac:spMk id="2" creationId="{85A1429E-AC79-CA67-29C4-DA3D3914E161}"/>
          </ac:spMkLst>
        </pc:spChg>
        <pc:spChg chg="mod">
          <ac:chgData name="Karell Yusdygo" userId="8b3ea7e4-4e5b-47df-8452-f56c073920d1" providerId="ADAL" clId="{07B6DD73-E0C0-5492-BA0C-E9907B986300}" dt="2026-09-09T05:35:44.696" v="8984" actId="20577"/>
          <ac:spMkLst>
            <pc:docMk/>
            <pc:sldMk cId="2732170788" sldId="349"/>
            <ac:spMk id="2" creationId="{F54541BC-99AD-C84A-3864-A7135A727EF9}"/>
          </ac:spMkLst>
        </pc:spChg>
        <pc:spChg chg="add del mod">
          <ac:chgData name="Karell Yusdygo" userId="8b3ea7e4-4e5b-47df-8452-f56c073920d1" providerId="ADAL" clId="{07B6DD73-E0C0-5492-BA0C-E9907B986300}" dt="2026-09-09T00:28:44.094" v="7613" actId="478"/>
          <ac:spMkLst>
            <pc:docMk/>
            <pc:sldMk cId="2732170788" sldId="349"/>
            <ac:spMk id="3" creationId="{43DB3218-0F6A-1506-0617-3A2ACF72F5BD}"/>
          </ac:spMkLst>
        </pc:spChg>
        <pc:spChg chg="mod">
          <ac:chgData name="Karell Yusdygo" userId="8b3ea7e4-4e5b-47df-8452-f56c073920d1" providerId="ADAL" clId="{07B6DD73-E0C0-5492-BA0C-E9907B986300}" dt="2026-09-09T00:34:05.786" v="7752" actId="20577"/>
          <ac:spMkLst>
            <pc:docMk/>
            <pc:sldMk cId="2732170788" sldId="349"/>
            <ac:spMk id="4" creationId="{A186A187-7CC4-945D-E35B-5897ACF67E09}"/>
          </ac:spMkLst>
        </pc:spChg>
        <pc:spChg chg="add del mod">
          <ac:chgData name="Karell Yusdygo" userId="8b3ea7e4-4e5b-47df-8452-f56c073920d1" providerId="ADAL" clId="{07B6DD73-E0C0-5492-BA0C-E9907B986300}" dt="2026-09-09T00:28:44.094" v="7613" actId="478"/>
          <ac:spMkLst>
            <pc:docMk/>
            <pc:sldMk cId="2732170788" sldId="349"/>
            <ac:spMk id="5" creationId="{0981F76C-5668-F19A-0CF8-F2222283E293}"/>
          </ac:spMkLst>
        </pc:spChg>
        <pc:spChg chg="add del mod">
          <ac:chgData name="Karell Yusdygo" userId="8b3ea7e4-4e5b-47df-8452-f56c073920d1" providerId="ADAL" clId="{07B6DD73-E0C0-5492-BA0C-E9907B986300}" dt="2026-09-09T00:26:51.594" v="7556" actId="478"/>
          <ac:spMkLst>
            <pc:docMk/>
            <pc:sldMk cId="2732170788" sldId="349"/>
            <ac:spMk id="6" creationId="{056DE869-19A2-7C54-2AC9-89C7CB860F92}"/>
          </ac:spMkLst>
        </pc:spChg>
        <pc:spChg chg="add del mod">
          <ac:chgData name="Karell Yusdygo" userId="8b3ea7e4-4e5b-47df-8452-f56c073920d1" providerId="ADAL" clId="{07B6DD73-E0C0-5492-BA0C-E9907B986300}" dt="2026-09-09T00:26:51.594" v="7556" actId="478"/>
          <ac:spMkLst>
            <pc:docMk/>
            <pc:sldMk cId="2732170788" sldId="349"/>
            <ac:spMk id="7" creationId="{3A36AC28-237F-7B68-6B32-5FB0602CD713}"/>
          </ac:spMkLst>
        </pc:spChg>
        <pc:spChg chg="add del mod">
          <ac:chgData name="Karell Yusdygo" userId="8b3ea7e4-4e5b-47df-8452-f56c073920d1" providerId="ADAL" clId="{07B6DD73-E0C0-5492-BA0C-E9907B986300}" dt="2026-09-09T00:26:51.594" v="7556" actId="478"/>
          <ac:spMkLst>
            <pc:docMk/>
            <pc:sldMk cId="2732170788" sldId="349"/>
            <ac:spMk id="8" creationId="{F7BF4F7E-AF55-9689-3E1F-6AD3DEE8705E}"/>
          </ac:spMkLst>
        </pc:spChg>
        <pc:spChg chg="add mod">
          <ac:chgData name="Karell Yusdygo" userId="8b3ea7e4-4e5b-47df-8452-f56c073920d1" providerId="ADAL" clId="{07B6DD73-E0C0-5492-BA0C-E9907B986300}" dt="2026-09-09T01:10:46.679" v="8136" actId="1076"/>
          <ac:spMkLst>
            <pc:docMk/>
            <pc:sldMk cId="2732170788" sldId="349"/>
            <ac:spMk id="9" creationId="{1B36102C-847A-7235-65FF-D71FF2B5FA5B}"/>
          </ac:spMkLst>
        </pc:spChg>
        <pc:spChg chg="add mod">
          <ac:chgData name="Karell Yusdygo" userId="8b3ea7e4-4e5b-47df-8452-f56c073920d1" providerId="ADAL" clId="{07B6DD73-E0C0-5492-BA0C-E9907B986300}" dt="2026-09-09T01:10:46.679" v="8136" actId="1076"/>
          <ac:spMkLst>
            <pc:docMk/>
            <pc:sldMk cId="2732170788" sldId="349"/>
            <ac:spMk id="10" creationId="{10F62DB1-0D15-8AC9-E91D-D64E44744C4E}"/>
          </ac:spMkLst>
        </pc:spChg>
        <pc:spChg chg="add mod">
          <ac:chgData name="Karell Yusdygo" userId="8b3ea7e4-4e5b-47df-8452-f56c073920d1" providerId="ADAL" clId="{07B6DD73-E0C0-5492-BA0C-E9907B986300}" dt="2026-09-09T01:10:46.679" v="8136" actId="1076"/>
          <ac:spMkLst>
            <pc:docMk/>
            <pc:sldMk cId="2732170788" sldId="349"/>
            <ac:spMk id="12" creationId="{18F9237D-4C89-BF33-688B-40039279F087}"/>
          </ac:spMkLst>
        </pc:spChg>
        <pc:spChg chg="add mod">
          <ac:chgData name="Karell Yusdygo" userId="8b3ea7e4-4e5b-47df-8452-f56c073920d1" providerId="ADAL" clId="{07B6DD73-E0C0-5492-BA0C-E9907B986300}" dt="2026-09-09T01:10:46.679" v="8136" actId="1076"/>
          <ac:spMkLst>
            <pc:docMk/>
            <pc:sldMk cId="2732170788" sldId="349"/>
            <ac:spMk id="13" creationId="{D4F54C85-6D45-BA58-6B7E-2121723F9D6B}"/>
          </ac:spMkLst>
        </pc:spChg>
        <pc:spChg chg="add mod">
          <ac:chgData name="Karell Yusdygo" userId="8b3ea7e4-4e5b-47df-8452-f56c073920d1" providerId="ADAL" clId="{07B6DD73-E0C0-5492-BA0C-E9907B986300}" dt="2026-09-09T01:10:46.679" v="8136" actId="1076"/>
          <ac:spMkLst>
            <pc:docMk/>
            <pc:sldMk cId="2732170788" sldId="349"/>
            <ac:spMk id="14" creationId="{6145CCC7-8ACC-6676-9D8B-EF81520FFA31}"/>
          </ac:spMkLst>
        </pc:spChg>
        <pc:spChg chg="add mod">
          <ac:chgData name="Karell Yusdygo" userId="8b3ea7e4-4e5b-47df-8452-f56c073920d1" providerId="ADAL" clId="{07B6DD73-E0C0-5492-BA0C-E9907B986300}" dt="2026-09-09T01:10:46.679" v="8136" actId="1076"/>
          <ac:spMkLst>
            <pc:docMk/>
            <pc:sldMk cId="2732170788" sldId="349"/>
            <ac:spMk id="15" creationId="{88FB6A18-1255-A9AF-BC28-C55206283F73}"/>
          </ac:spMkLst>
        </pc:spChg>
        <pc:spChg chg="add mod">
          <ac:chgData name="Karell Yusdygo" userId="8b3ea7e4-4e5b-47df-8452-f56c073920d1" providerId="ADAL" clId="{07B6DD73-E0C0-5492-BA0C-E9907B986300}" dt="2026-09-09T01:10:46.679" v="8136" actId="1076"/>
          <ac:spMkLst>
            <pc:docMk/>
            <pc:sldMk cId="2732170788" sldId="349"/>
            <ac:spMk id="16" creationId="{3576F39A-54E3-478A-9388-646466F230A8}"/>
          </ac:spMkLst>
        </pc:spChg>
        <pc:spChg chg="add mod">
          <ac:chgData name="Karell Yusdygo" userId="8b3ea7e4-4e5b-47df-8452-f56c073920d1" providerId="ADAL" clId="{07B6DD73-E0C0-5492-BA0C-E9907B986300}" dt="2026-09-09T01:10:46.679" v="8136" actId="1076"/>
          <ac:spMkLst>
            <pc:docMk/>
            <pc:sldMk cId="2732170788" sldId="349"/>
            <ac:spMk id="17" creationId="{7B4F3A48-3A0F-56A7-58DD-A5062DFA2B9F}"/>
          </ac:spMkLst>
        </pc:spChg>
        <pc:spChg chg="add mod">
          <ac:chgData name="Karell Yusdygo" userId="8b3ea7e4-4e5b-47df-8452-f56c073920d1" providerId="ADAL" clId="{07B6DD73-E0C0-5492-BA0C-E9907B986300}" dt="2026-09-09T01:10:46.679" v="8136" actId="1076"/>
          <ac:spMkLst>
            <pc:docMk/>
            <pc:sldMk cId="2732170788" sldId="349"/>
            <ac:spMk id="18" creationId="{ABFCA28B-E240-0BAF-2AFF-0645E7086D33}"/>
          </ac:spMkLst>
        </pc:spChg>
        <pc:spChg chg="del mod">
          <ac:chgData name="Karell Yusdygo" userId="8b3ea7e4-4e5b-47df-8452-f56c073920d1" providerId="ADAL" clId="{07B6DD73-E0C0-5492-BA0C-E9907B986300}" dt="2026-09-09T01:10:37.947" v="8135" actId="478"/>
          <ac:spMkLst>
            <pc:docMk/>
            <pc:sldMk cId="2732170788" sldId="349"/>
            <ac:spMk id="30" creationId="{3755EAE3-5202-705F-22F5-EDAE43934BFF}"/>
          </ac:spMkLst>
        </pc:spChg>
        <pc:graphicFrameChg chg="add mod">
          <ac:chgData name="Karell Yusdygo" userId="8b3ea7e4-4e5b-47df-8452-f56c073920d1" providerId="ADAL" clId="{07B6DD73-E0C0-5492-BA0C-E9907B986300}" dt="2026-09-09T04:23:12.193" v="8330"/>
          <ac:graphicFrameMkLst>
            <pc:docMk/>
            <pc:sldMk cId="2732170788" sldId="349"/>
            <ac:graphicFrameMk id="3" creationId="{D149F061-CEA2-D9CD-19FA-FEC51672878C}"/>
          </ac:graphicFrameMkLst>
        </pc:graphicFrameChg>
        <pc:graphicFrameChg chg="add mod">
          <ac:chgData name="Karell Yusdygo" userId="8b3ea7e4-4e5b-47df-8452-f56c073920d1" providerId="ADAL" clId="{07B6DD73-E0C0-5492-BA0C-E9907B986300}" dt="2026-09-09T04:23:12.193" v="8330"/>
          <ac:graphicFrameMkLst>
            <pc:docMk/>
            <pc:sldMk cId="2732170788" sldId="349"/>
            <ac:graphicFrameMk id="5" creationId="{17746954-221C-F3E2-155F-7B8AFB13B3D2}"/>
          </ac:graphicFrameMkLst>
        </pc:graphicFrameChg>
        <pc:graphicFrameChg chg="add mod">
          <ac:chgData name="Karell Yusdygo" userId="8b3ea7e4-4e5b-47df-8452-f56c073920d1" providerId="ADAL" clId="{07B6DD73-E0C0-5492-BA0C-E9907B986300}" dt="2026-09-09T04:23:17.069" v="8331"/>
          <ac:graphicFrameMkLst>
            <pc:docMk/>
            <pc:sldMk cId="2732170788" sldId="349"/>
            <ac:graphicFrameMk id="6" creationId="{2C01B2DA-799E-48D7-D3C9-FA84A107FE9E}"/>
          </ac:graphicFrameMkLst>
        </pc:graphicFrameChg>
        <pc:graphicFrameChg chg="add mod">
          <ac:chgData name="Karell Yusdygo" userId="8b3ea7e4-4e5b-47df-8452-f56c073920d1" providerId="ADAL" clId="{07B6DD73-E0C0-5492-BA0C-E9907B986300}" dt="2026-09-09T04:23:17.069" v="8331"/>
          <ac:graphicFrameMkLst>
            <pc:docMk/>
            <pc:sldMk cId="2732170788" sldId="349"/>
            <ac:graphicFrameMk id="7" creationId="{47AFD89F-5213-111D-893A-C548304838B5}"/>
          </ac:graphicFrameMkLst>
        </pc:graphicFrameChg>
        <pc:graphicFrameChg chg="add mod">
          <ac:chgData name="Karell Yusdygo" userId="8b3ea7e4-4e5b-47df-8452-f56c073920d1" providerId="ADAL" clId="{07B6DD73-E0C0-5492-BA0C-E9907B986300}" dt="2026-09-09T04:23:19.819" v="8332"/>
          <ac:graphicFrameMkLst>
            <pc:docMk/>
            <pc:sldMk cId="2732170788" sldId="349"/>
            <ac:graphicFrameMk id="8" creationId="{25608F9D-8622-A7E7-0F1E-95C7069D0268}"/>
          </ac:graphicFrameMkLst>
        </pc:graphicFrameChg>
        <pc:graphicFrameChg chg="add del mod">
          <ac:chgData name="Karell Yusdygo" userId="8b3ea7e4-4e5b-47df-8452-f56c073920d1" providerId="ADAL" clId="{07B6DD73-E0C0-5492-BA0C-E9907B986300}" dt="2026-09-09T04:23:41.779" v="8341" actId="478"/>
          <ac:graphicFrameMkLst>
            <pc:docMk/>
            <pc:sldMk cId="2732170788" sldId="349"/>
            <ac:graphicFrameMk id="11" creationId="{5A3A1F4D-74F4-2AB0-8B56-774415747CED}"/>
          </ac:graphicFrameMkLst>
        </pc:graphicFrameChg>
        <pc:picChg chg="del mod">
          <ac:chgData name="Karell Yusdygo" userId="8b3ea7e4-4e5b-47df-8452-f56c073920d1" providerId="ADAL" clId="{07B6DD73-E0C0-5492-BA0C-E9907B986300}" dt="2026-09-09T00:23:01.242" v="7462" actId="478"/>
          <ac:picMkLst>
            <pc:docMk/>
            <pc:sldMk cId="2732170788" sldId="349"/>
            <ac:picMk id="11" creationId="{6E0258CD-FCC4-A9AC-ED2F-12DF4BE8F005}"/>
          </ac:picMkLst>
        </pc:picChg>
      </pc:sldChg>
      <pc:sldChg chg="addSp modSp mod modAnim">
        <pc:chgData name="Karell Yusdygo" userId="8b3ea7e4-4e5b-47df-8452-f56c073920d1" providerId="ADAL" clId="{07B6DD73-E0C0-5492-BA0C-E9907B986300}" dt="2026-09-09T05:31:43.914" v="8963" actId="20577"/>
        <pc:sldMkLst>
          <pc:docMk/>
          <pc:sldMk cId="951676116" sldId="350"/>
        </pc:sldMkLst>
        <pc:spChg chg="mod">
          <ac:chgData name="Karell Yusdygo" userId="8b3ea7e4-4e5b-47df-8452-f56c073920d1" providerId="ADAL" clId="{07B6DD73-E0C0-5492-BA0C-E9907B986300}" dt="2026-09-09T00:57:52.913" v="8013" actId="2711"/>
          <ac:spMkLst>
            <pc:docMk/>
            <pc:sldMk cId="951676116" sldId="350"/>
            <ac:spMk id="2" creationId="{F6A86C45-7885-7AA4-6A4A-DC2CF6FCDFF6}"/>
          </ac:spMkLst>
        </pc:spChg>
        <pc:spChg chg="add mod">
          <ac:chgData name="Karell Yusdygo" userId="8b3ea7e4-4e5b-47df-8452-f56c073920d1" providerId="ADAL" clId="{07B6DD73-E0C0-5492-BA0C-E9907B986300}" dt="2026-09-09T05:31:43.914" v="8963" actId="20577"/>
          <ac:spMkLst>
            <pc:docMk/>
            <pc:sldMk cId="951676116" sldId="350"/>
            <ac:spMk id="3" creationId="{2BD0D736-9DAD-92D2-DBA2-E9B0EA9A3C89}"/>
          </ac:spMkLst>
        </pc:spChg>
        <pc:spChg chg="add mod">
          <ac:chgData name="Karell Yusdygo" userId="8b3ea7e4-4e5b-47df-8452-f56c073920d1" providerId="ADAL" clId="{07B6DD73-E0C0-5492-BA0C-E9907B986300}" dt="2026-09-09T00:57:52.913" v="8013" actId="2711"/>
          <ac:spMkLst>
            <pc:docMk/>
            <pc:sldMk cId="951676116" sldId="350"/>
            <ac:spMk id="3" creationId="{8EB79DFA-1868-6289-1AEA-44D6C17B13EF}"/>
          </ac:spMkLst>
        </pc:spChg>
        <pc:spChg chg="add mod">
          <ac:chgData name="Karell Yusdygo" userId="8b3ea7e4-4e5b-47df-8452-f56c073920d1" providerId="ADAL" clId="{07B6DD73-E0C0-5492-BA0C-E9907B986300}" dt="2026-09-09T05:31:41.863" v="8962" actId="20577"/>
          <ac:spMkLst>
            <pc:docMk/>
            <pc:sldMk cId="951676116" sldId="350"/>
            <ac:spMk id="5" creationId="{F940709A-F31C-E6DD-F3F7-CA82D5C39210}"/>
          </ac:spMkLst>
        </pc:spChg>
        <pc:spChg chg="mod">
          <ac:chgData name="Karell Yusdygo" userId="8b3ea7e4-4e5b-47df-8452-f56c073920d1" providerId="ADAL" clId="{07B6DD73-E0C0-5492-BA0C-E9907B986300}" dt="2026-09-09T00:57:52.913" v="8013" actId="2711"/>
          <ac:spMkLst>
            <pc:docMk/>
            <pc:sldMk cId="951676116" sldId="350"/>
            <ac:spMk id="6" creationId="{A9DBBE4F-EF84-8227-1B73-2F644F008CE5}"/>
          </ac:spMkLst>
        </pc:spChg>
        <pc:spChg chg="mod">
          <ac:chgData name="Karell Yusdygo" userId="8b3ea7e4-4e5b-47df-8452-f56c073920d1" providerId="ADAL" clId="{07B6DD73-E0C0-5492-BA0C-E9907B986300}" dt="2026-09-09T00:57:52.913" v="8013" actId="2711"/>
          <ac:spMkLst>
            <pc:docMk/>
            <pc:sldMk cId="951676116" sldId="350"/>
            <ac:spMk id="8" creationId="{459E4DCB-A4C7-3E1D-7DBC-2B4EB6F2BF8F}"/>
          </ac:spMkLst>
        </pc:spChg>
        <pc:spChg chg="mod">
          <ac:chgData name="Karell Yusdygo" userId="8b3ea7e4-4e5b-47df-8452-f56c073920d1" providerId="ADAL" clId="{07B6DD73-E0C0-5492-BA0C-E9907B986300}" dt="2026-09-09T00:57:52.913" v="8013" actId="2711"/>
          <ac:spMkLst>
            <pc:docMk/>
            <pc:sldMk cId="951676116" sldId="350"/>
            <ac:spMk id="10" creationId="{7C32B16A-6983-865C-242B-2BBBA6FF331E}"/>
          </ac:spMkLst>
        </pc:spChg>
        <pc:spChg chg="mod">
          <ac:chgData name="Karell Yusdygo" userId="8b3ea7e4-4e5b-47df-8452-f56c073920d1" providerId="ADAL" clId="{07B6DD73-E0C0-5492-BA0C-E9907B986300}" dt="2026-09-09T00:57:52.913" v="8013" actId="2711"/>
          <ac:spMkLst>
            <pc:docMk/>
            <pc:sldMk cId="951676116" sldId="350"/>
            <ac:spMk id="13" creationId="{0C2E58FD-2FD5-676F-20C5-10F31A23B2AA}"/>
          </ac:spMkLst>
        </pc:spChg>
        <pc:spChg chg="mod">
          <ac:chgData name="Karell Yusdygo" userId="8b3ea7e4-4e5b-47df-8452-f56c073920d1" providerId="ADAL" clId="{07B6DD73-E0C0-5492-BA0C-E9907B986300}" dt="2026-09-09T00:57:52.913" v="8013" actId="2711"/>
          <ac:spMkLst>
            <pc:docMk/>
            <pc:sldMk cId="951676116" sldId="350"/>
            <ac:spMk id="18" creationId="{749169AD-A8DD-272E-6EC5-8918B72F3EAE}"/>
          </ac:spMkLst>
        </pc:spChg>
        <pc:spChg chg="mod">
          <ac:chgData name="Karell Yusdygo" userId="8b3ea7e4-4e5b-47df-8452-f56c073920d1" providerId="ADAL" clId="{07B6DD73-E0C0-5492-BA0C-E9907B986300}" dt="2026-09-09T00:57:52.913" v="8013" actId="2711"/>
          <ac:spMkLst>
            <pc:docMk/>
            <pc:sldMk cId="951676116" sldId="350"/>
            <ac:spMk id="19" creationId="{30AC4114-6124-9148-F891-3A2E005C9037}"/>
          </ac:spMkLst>
        </pc:spChg>
        <pc:spChg chg="mod">
          <ac:chgData name="Karell Yusdygo" userId="8b3ea7e4-4e5b-47df-8452-f56c073920d1" providerId="ADAL" clId="{07B6DD73-E0C0-5492-BA0C-E9907B986300}" dt="2026-09-09T00:57:52.913" v="8013" actId="2711"/>
          <ac:spMkLst>
            <pc:docMk/>
            <pc:sldMk cId="951676116" sldId="350"/>
            <ac:spMk id="24" creationId="{AB70ACBC-E554-0A71-38C3-467AD09D584E}"/>
          </ac:spMkLst>
        </pc:spChg>
        <pc:spChg chg="mod">
          <ac:chgData name="Karell Yusdygo" userId="8b3ea7e4-4e5b-47df-8452-f56c073920d1" providerId="ADAL" clId="{07B6DD73-E0C0-5492-BA0C-E9907B986300}" dt="2026-09-09T00:58:00.687" v="8017" actId="1035"/>
          <ac:spMkLst>
            <pc:docMk/>
            <pc:sldMk cId="951676116" sldId="350"/>
            <ac:spMk id="28" creationId="{3FADC05C-6BF2-765A-4C84-C5B4A4E2BA29}"/>
          </ac:spMkLst>
        </pc:spChg>
      </pc:sldChg>
      <pc:sldChg chg="addSp modSp mod modAnim">
        <pc:chgData name="Karell Yusdygo" userId="8b3ea7e4-4e5b-47df-8452-f56c073920d1" providerId="ADAL" clId="{07B6DD73-E0C0-5492-BA0C-E9907B986300}" dt="2026-09-09T05:31:52.126" v="8965" actId="20577"/>
        <pc:sldMkLst>
          <pc:docMk/>
          <pc:sldMk cId="2262956883" sldId="352"/>
        </pc:sldMkLst>
        <pc:spChg chg="add mod">
          <ac:chgData name="Karell Yusdygo" userId="8b3ea7e4-4e5b-47df-8452-f56c073920d1" providerId="ADAL" clId="{07B6DD73-E0C0-5492-BA0C-E9907B986300}" dt="2026-09-09T05:31:52.126" v="8965" actId="20577"/>
          <ac:spMkLst>
            <pc:docMk/>
            <pc:sldMk cId="2262956883" sldId="352"/>
            <ac:spMk id="2" creationId="{27C9AA24-5B65-96AB-FD0D-023F14378CDD}"/>
          </ac:spMkLst>
        </pc:spChg>
        <pc:spChg chg="add mod">
          <ac:chgData name="Karell Yusdygo" userId="8b3ea7e4-4e5b-47df-8452-f56c073920d1" providerId="ADAL" clId="{07B6DD73-E0C0-5492-BA0C-E9907B986300}" dt="2026-09-09T05:31:50.110" v="8964" actId="20577"/>
          <ac:spMkLst>
            <pc:docMk/>
            <pc:sldMk cId="2262956883" sldId="352"/>
            <ac:spMk id="3" creationId="{0212E991-3BE8-A9F7-1402-E85E8C4E4594}"/>
          </ac:spMkLst>
        </pc:spChg>
      </pc:sldChg>
      <pc:sldChg chg="modSp add mod ord">
        <pc:chgData name="Karell Yusdygo" userId="8b3ea7e4-4e5b-47df-8452-f56c073920d1" providerId="ADAL" clId="{07B6DD73-E0C0-5492-BA0C-E9907B986300}" dt="2026-09-09T05:17:16.486" v="8939" actId="20577"/>
        <pc:sldMkLst>
          <pc:docMk/>
          <pc:sldMk cId="302941793" sldId="353"/>
        </pc:sldMkLst>
        <pc:spChg chg="mod">
          <ac:chgData name="Karell Yusdygo" userId="8b3ea7e4-4e5b-47df-8452-f56c073920d1" providerId="ADAL" clId="{07B6DD73-E0C0-5492-BA0C-E9907B986300}" dt="2026-09-09T05:17:16.486" v="8939" actId="20577"/>
          <ac:spMkLst>
            <pc:docMk/>
            <pc:sldMk cId="302941793" sldId="353"/>
            <ac:spMk id="4" creationId="{71DBE66F-3589-0EAD-B616-B0B46511261E}"/>
          </ac:spMkLst>
        </pc:spChg>
      </pc:sldChg>
      <pc:sldChg chg="new del">
        <pc:chgData name="Karell Yusdygo" userId="8b3ea7e4-4e5b-47df-8452-f56c073920d1" providerId="ADAL" clId="{07B6DD73-E0C0-5492-BA0C-E9907B986300}" dt="2026-09-09T01:49:44.359" v="8161" actId="680"/>
        <pc:sldMkLst>
          <pc:docMk/>
          <pc:sldMk cId="2376145062" sldId="353"/>
        </pc:sldMkLst>
      </pc:sldChg>
      <pc:sldMasterChg chg="modSp mod modSldLayout">
        <pc:chgData name="Karell Yusdygo" userId="8b3ea7e4-4e5b-47df-8452-f56c073920d1" providerId="ADAL" clId="{07B6DD73-E0C0-5492-BA0C-E9907B986300}" dt="2026-09-08T04:38:40.554" v="2144"/>
        <pc:sldMasterMkLst>
          <pc:docMk/>
          <pc:sldMasterMk cId="768232569" sldId="2147483648"/>
        </pc:sldMasterMkLst>
        <pc:spChg chg="mod">
          <ac:chgData name="Karell Yusdygo" userId="8b3ea7e4-4e5b-47df-8452-f56c073920d1" providerId="ADAL" clId="{07B6DD73-E0C0-5492-BA0C-E9907B986300}" dt="2026-09-06T07:35:01.565" v="219" actId="20577"/>
          <ac:spMkLst>
            <pc:docMk/>
            <pc:sldMasterMk cId="768232569" sldId="2147483648"/>
            <ac:spMk id="5" creationId="{236521D9-D43C-23B0-BEF2-F1C949C248F5}"/>
          </ac:spMkLst>
        </pc:spChg>
        <pc:sldLayoutChg chg="addSp delSp modSp mod">
          <pc:chgData name="Karell Yusdygo" userId="8b3ea7e4-4e5b-47df-8452-f56c073920d1" providerId="ADAL" clId="{07B6DD73-E0C0-5492-BA0C-E9907B986300}" dt="2026-09-06T07:35:33.780" v="256"/>
          <pc:sldLayoutMkLst>
            <pc:docMk/>
            <pc:sldMasterMk cId="768232569" sldId="2147483648"/>
            <pc:sldLayoutMk cId="729189763" sldId="2147483649"/>
          </pc:sldLayoutMkLst>
          <pc:spChg chg="mod">
            <ac:chgData name="Karell Yusdygo" userId="8b3ea7e4-4e5b-47df-8452-f56c073920d1" providerId="ADAL" clId="{07B6DD73-E0C0-5492-BA0C-E9907B986300}" dt="2026-09-06T07:35:33.091" v="254" actId="20577"/>
            <ac:spMkLst>
              <pc:docMk/>
              <pc:sldMasterMk cId="768232569" sldId="2147483648"/>
              <pc:sldLayoutMk cId="729189763" sldId="2147483649"/>
              <ac:spMk id="5" creationId="{80208CAE-DEB8-C0B0-958E-491BEF93CC4D}"/>
            </ac:spMkLst>
          </pc:spChg>
        </pc:sldLayoutChg>
        <pc:sldLayoutChg chg="delSp modSp mod">
          <pc:chgData name="Karell Yusdygo" userId="8b3ea7e4-4e5b-47df-8452-f56c073920d1" providerId="ADAL" clId="{07B6DD73-E0C0-5492-BA0C-E9907B986300}" dt="2026-09-06T07:35:06.601" v="220" actId="20577"/>
          <pc:sldLayoutMkLst>
            <pc:docMk/>
            <pc:sldMasterMk cId="768232569" sldId="2147483648"/>
            <pc:sldLayoutMk cId="2255804980" sldId="2147483650"/>
          </pc:sldLayoutMkLst>
          <pc:spChg chg="mod">
            <ac:chgData name="Karell Yusdygo" userId="8b3ea7e4-4e5b-47df-8452-f56c073920d1" providerId="ADAL" clId="{07B6DD73-E0C0-5492-BA0C-E9907B986300}" dt="2026-09-06T07:35:06.601" v="220" actId="20577"/>
            <ac:spMkLst>
              <pc:docMk/>
              <pc:sldMasterMk cId="768232569" sldId="2147483648"/>
              <pc:sldLayoutMk cId="2255804980" sldId="2147483650"/>
              <ac:spMk id="5" creationId="{C379D4E2-CAEC-988B-74F6-A5530E8DE7DE}"/>
            </ac:spMkLst>
          </pc:spChg>
        </pc:sldLayoutChg>
        <pc:sldLayoutChg chg="modSp mod">
          <pc:chgData name="Karell Yusdygo" userId="8b3ea7e4-4e5b-47df-8452-f56c073920d1" providerId="ADAL" clId="{07B6DD73-E0C0-5492-BA0C-E9907B986300}" dt="2026-09-06T07:36:17.151" v="289" actId="20577"/>
          <pc:sldLayoutMkLst>
            <pc:docMk/>
            <pc:sldMasterMk cId="768232569" sldId="2147483648"/>
            <pc:sldLayoutMk cId="1664552132" sldId="2147483654"/>
          </pc:sldLayoutMkLst>
          <pc:spChg chg="mod">
            <ac:chgData name="Karell Yusdygo" userId="8b3ea7e4-4e5b-47df-8452-f56c073920d1" providerId="ADAL" clId="{07B6DD73-E0C0-5492-BA0C-E9907B986300}" dt="2026-09-06T07:36:17.151" v="289" actId="20577"/>
            <ac:spMkLst>
              <pc:docMk/>
              <pc:sldMasterMk cId="768232569" sldId="2147483648"/>
              <pc:sldLayoutMk cId="1664552132" sldId="2147483654"/>
              <ac:spMk id="4" creationId="{21A9A492-401F-7730-9A76-E4CCE7048EC6}"/>
            </ac:spMkLst>
          </pc:spChg>
        </pc:sldLayoutChg>
        <pc:sldLayoutChg chg="addSp delSp modSp mod setBg">
          <pc:chgData name="Karell Yusdygo" userId="8b3ea7e4-4e5b-47df-8452-f56c073920d1" providerId="ADAL" clId="{07B6DD73-E0C0-5492-BA0C-E9907B986300}" dt="2026-09-08T04:38:40.554" v="2144"/>
          <pc:sldLayoutMkLst>
            <pc:docMk/>
            <pc:sldMasterMk cId="768232569" sldId="2147483648"/>
            <pc:sldLayoutMk cId="1841304376" sldId="2147483661"/>
          </pc:sldLayoutMkLst>
          <pc:spChg chg="mod">
            <ac:chgData name="Karell Yusdygo" userId="8b3ea7e4-4e5b-47df-8452-f56c073920d1" providerId="ADAL" clId="{07B6DD73-E0C0-5492-BA0C-E9907B986300}" dt="2026-09-08T04:37:16.784" v="2109" actId="1076"/>
            <ac:spMkLst>
              <pc:docMk/>
              <pc:sldMasterMk cId="768232569" sldId="2147483648"/>
              <pc:sldLayoutMk cId="1841304376" sldId="2147483661"/>
              <ac:spMk id="3" creationId="{00000000-0000-0000-0000-000000000000}"/>
            </ac:spMkLst>
          </pc:spChg>
          <pc:spChg chg="mod">
            <ac:chgData name="Karell Yusdygo" userId="8b3ea7e4-4e5b-47df-8452-f56c073920d1" providerId="ADAL" clId="{07B6DD73-E0C0-5492-BA0C-E9907B986300}" dt="2026-09-08T04:37:17.639" v="2111" actId="1076"/>
            <ac:spMkLst>
              <pc:docMk/>
              <pc:sldMasterMk cId="768232569" sldId="2147483648"/>
              <pc:sldLayoutMk cId="1841304376" sldId="2147483661"/>
              <ac:spMk id="4" creationId="{D997EE1B-C45D-B13D-FCA5-536BEA9F4484}"/>
            </ac:spMkLst>
          </pc:spChg>
          <pc:picChg chg="mod">
            <ac:chgData name="Karell Yusdygo" userId="8b3ea7e4-4e5b-47df-8452-f56c073920d1" providerId="ADAL" clId="{07B6DD73-E0C0-5492-BA0C-E9907B986300}" dt="2026-09-08T04:38:29.845" v="2141" actId="1076"/>
            <ac:picMkLst>
              <pc:docMk/>
              <pc:sldMasterMk cId="768232569" sldId="2147483648"/>
              <pc:sldLayoutMk cId="1841304376" sldId="2147483661"/>
              <ac:picMk id="27" creationId="{3F9C3A83-8035-A222-78E6-7870A88F48D6}"/>
            </ac:picMkLst>
          </pc:picChg>
        </pc:sldLayoutChg>
      </pc:sldMasterChg>
    </pc:docChg>
  </pc:docChgLst>
  <pc:docChgLst>
    <pc:chgData name="Guest User" userId="S::urn:spo:tenantanon#e8911c26-cf9f-4a9c-878e-527807be8791::" providerId="AD" clId="Web-{F6EFFC3B-A6A6-ED51-32AB-4D1ED3943DFF}"/>
    <pc:docChg chg="modSld">
      <pc:chgData name="Guest User" userId="S::urn:spo:tenantanon#e8911c26-cf9f-4a9c-878e-527807be8791::" providerId="AD" clId="Web-{F6EFFC3B-A6A6-ED51-32AB-4D1ED3943DFF}" dt="2026-09-09T01:15:26.236" v="101"/>
      <pc:docMkLst>
        <pc:docMk/>
      </pc:docMkLst>
      <pc:sldChg chg="delSp modSp">
        <pc:chgData name="Guest User" userId="S::urn:spo:tenantanon#e8911c26-cf9f-4a9c-878e-527807be8791::" providerId="AD" clId="Web-{F6EFFC3B-A6A6-ED51-32AB-4D1ED3943DFF}" dt="2026-09-09T01:09:12.972" v="26" actId="20577"/>
        <pc:sldMkLst>
          <pc:docMk/>
          <pc:sldMk cId="241660292" sldId="336"/>
        </pc:sldMkLst>
        <pc:spChg chg="mod">
          <ac:chgData name="Guest User" userId="S::urn:spo:tenantanon#e8911c26-cf9f-4a9c-878e-527807be8791::" providerId="AD" clId="Web-{F6EFFC3B-A6A6-ED51-32AB-4D1ED3943DFF}" dt="2026-09-09T01:09:12.972" v="26" actId="20577"/>
          <ac:spMkLst>
            <pc:docMk/>
            <pc:sldMk cId="241660292" sldId="336"/>
            <ac:spMk id="2" creationId="{002A2099-2231-3C20-C36F-A4DFB7799C27}"/>
          </ac:spMkLst>
        </pc:spChg>
        <pc:spChg chg="del mod">
          <ac:chgData name="Guest User" userId="S::urn:spo:tenantanon#e8911c26-cf9f-4a9c-878e-527807be8791::" providerId="AD" clId="Web-{F6EFFC3B-A6A6-ED51-32AB-4D1ED3943DFF}" dt="2026-09-09T01:08:22.517" v="17"/>
          <ac:spMkLst>
            <pc:docMk/>
            <pc:sldMk cId="241660292" sldId="336"/>
            <ac:spMk id="30" creationId="{6606E8C8-8787-83E1-DCAC-FE15FB5AB5B9}"/>
          </ac:spMkLst>
        </pc:spChg>
      </pc:sldChg>
      <pc:sldChg chg="addSp delSp modSp">
        <pc:chgData name="Guest User" userId="S::urn:spo:tenantanon#e8911c26-cf9f-4a9c-878e-527807be8791::" providerId="AD" clId="Web-{F6EFFC3B-A6A6-ED51-32AB-4D1ED3943DFF}" dt="2026-09-09T01:15:26.236" v="101"/>
        <pc:sldMkLst>
          <pc:docMk/>
          <pc:sldMk cId="1789571159" sldId="347"/>
        </pc:sldMkLst>
        <pc:spChg chg="del">
          <ac:chgData name="Guest User" userId="S::urn:spo:tenantanon#e8911c26-cf9f-4a9c-878e-527807be8791::" providerId="AD" clId="Web-{F6EFFC3B-A6A6-ED51-32AB-4D1ED3943DFF}" dt="2026-09-09T01:08:13.360" v="14"/>
          <ac:spMkLst>
            <pc:docMk/>
            <pc:sldMk cId="1789571159" sldId="347"/>
            <ac:spMk id="2" creationId="{6C7B4F57-4B72-DD2D-F4DD-AFD73BC1FE64}"/>
          </ac:spMkLst>
        </pc:spChg>
        <pc:spChg chg="mod">
          <ac:chgData name="Guest User" userId="S::urn:spo:tenantanon#e8911c26-cf9f-4a9c-878e-527807be8791::" providerId="AD" clId="Web-{F6EFFC3B-A6A6-ED51-32AB-4D1ED3943DFF}" dt="2026-09-09T01:09:55.271" v="56" actId="20577"/>
          <ac:spMkLst>
            <pc:docMk/>
            <pc:sldMk cId="1789571159" sldId="347"/>
            <ac:spMk id="3" creationId="{4B64C481-2807-010D-9FBF-A4198EA9E76D}"/>
          </ac:spMkLst>
        </pc:spChg>
        <pc:spChg chg="add mod">
          <ac:chgData name="Guest User" userId="S::urn:spo:tenantanon#e8911c26-cf9f-4a9c-878e-527807be8791::" providerId="AD" clId="Web-{F6EFFC3B-A6A6-ED51-32AB-4D1ED3943DFF}" dt="2026-09-09T01:08:13.360" v="14"/>
          <ac:spMkLst>
            <pc:docMk/>
            <pc:sldMk cId="1789571159" sldId="347"/>
            <ac:spMk id="6" creationId="{118E037E-686E-3480-BBA2-2638630FA2BA}"/>
          </ac:spMkLst>
        </pc:spChg>
        <pc:spChg chg="mod">
          <ac:chgData name="Guest User" userId="S::urn:spo:tenantanon#e8911c26-cf9f-4a9c-878e-527807be8791::" providerId="AD" clId="Web-{F6EFFC3B-A6A6-ED51-32AB-4D1ED3943DFF}" dt="2026-09-09T01:14:13.234" v="93" actId="20577"/>
          <ac:spMkLst>
            <pc:docMk/>
            <pc:sldMk cId="1789571159" sldId="347"/>
            <ac:spMk id="8" creationId="{AA63B2C7-8A92-F10F-F8A4-1A2804D070ED}"/>
          </ac:spMkLst>
        </pc:spChg>
        <pc:spChg chg="mod">
          <ac:chgData name="Guest User" userId="S::urn:spo:tenantanon#e8911c26-cf9f-4a9c-878e-527807be8791::" providerId="AD" clId="Web-{F6EFFC3B-A6A6-ED51-32AB-4D1ED3943DFF}" dt="2026-09-09T01:15:11.986" v="100"/>
          <ac:spMkLst>
            <pc:docMk/>
            <pc:sldMk cId="1789571159" sldId="347"/>
            <ac:spMk id="11" creationId="{45F77891-C477-C5F0-F3BA-E95DCD3683F5}"/>
          </ac:spMkLst>
        </pc:spChg>
        <pc:spChg chg="mod">
          <ac:chgData name="Guest User" userId="S::urn:spo:tenantanon#e8911c26-cf9f-4a9c-878e-527807be8791::" providerId="AD" clId="Web-{F6EFFC3B-A6A6-ED51-32AB-4D1ED3943DFF}" dt="2026-09-09T01:15:26.236" v="101"/>
          <ac:spMkLst>
            <pc:docMk/>
            <pc:sldMk cId="1789571159" sldId="347"/>
            <ac:spMk id="12" creationId="{9E478E06-78AF-49B5-A691-B10C50040814}"/>
          </ac:spMkLst>
        </pc:spChg>
      </pc:sldChg>
      <pc:sldChg chg="addAnim delAnim">
        <pc:chgData name="Guest User" userId="S::urn:spo:tenantanon#e8911c26-cf9f-4a9c-878e-527807be8791::" providerId="AD" clId="Web-{F6EFFC3B-A6A6-ED51-32AB-4D1ED3943DFF}" dt="2026-09-09T01:05:28.342" v="11"/>
        <pc:sldMkLst>
          <pc:docMk/>
          <pc:sldMk cId="2732170788" sldId="349"/>
        </pc:sldMkLst>
      </pc:sldChg>
    </pc:docChg>
  </pc:docChgLst>
  <pc:docChgLst>
    <pc:chgData name="Guest User" userId="S::urn:spo:tenantanon#e8911c26-cf9f-4a9c-878e-527807be8791::" providerId="AD" clId="Web-{92522EA4-2978-BD06-F56B-5C4A2783888A}"/>
    <pc:docChg chg="modSld">
      <pc:chgData name="Guest User" userId="S::urn:spo:tenantanon#e8911c26-cf9f-4a9c-878e-527807be8791::" providerId="AD" clId="Web-{92522EA4-2978-BD06-F56B-5C4A2783888A}" dt="2026-09-09T02:11:41.047" v="142"/>
      <pc:docMkLst>
        <pc:docMk/>
      </pc:docMkLst>
      <pc:sldChg chg="modSp">
        <pc:chgData name="Guest User" userId="S::urn:spo:tenantanon#e8911c26-cf9f-4a9c-878e-527807be8791::" providerId="AD" clId="Web-{92522EA4-2978-BD06-F56B-5C4A2783888A}" dt="2026-09-09T02:06:55.844" v="80" actId="20577"/>
        <pc:sldMkLst>
          <pc:docMk/>
          <pc:sldMk cId="1820912438" sldId="284"/>
        </pc:sldMkLst>
        <pc:spChg chg="mod">
          <ac:chgData name="Guest User" userId="S::urn:spo:tenantanon#e8911c26-cf9f-4a9c-878e-527807be8791::" providerId="AD" clId="Web-{92522EA4-2978-BD06-F56B-5C4A2783888A}" dt="2026-09-09T02:06:55.844" v="80" actId="20577"/>
          <ac:spMkLst>
            <pc:docMk/>
            <pc:sldMk cId="1820912438" sldId="284"/>
            <ac:spMk id="4" creationId="{0399FFFE-A067-2F7B-B789-27B23ED67DD6}"/>
          </ac:spMkLst>
        </pc:spChg>
      </pc:sldChg>
      <pc:sldChg chg="modSp">
        <pc:chgData name="Guest User" userId="S::urn:spo:tenantanon#e8911c26-cf9f-4a9c-878e-527807be8791::" providerId="AD" clId="Web-{92522EA4-2978-BD06-F56B-5C4A2783888A}" dt="2026-09-09T02:02:22.860" v="73" actId="20577"/>
        <pc:sldMkLst>
          <pc:docMk/>
          <pc:sldMk cId="3225717458" sldId="317"/>
        </pc:sldMkLst>
        <pc:spChg chg="mod">
          <ac:chgData name="Guest User" userId="S::urn:spo:tenantanon#e8911c26-cf9f-4a9c-878e-527807be8791::" providerId="AD" clId="Web-{92522EA4-2978-BD06-F56B-5C4A2783888A}" dt="2026-09-09T02:02:22.860" v="73" actId="20577"/>
          <ac:spMkLst>
            <pc:docMk/>
            <pc:sldMk cId="3225717458" sldId="317"/>
            <ac:spMk id="31" creationId="{A75214D0-7E05-0881-55FA-35065C04837D}"/>
          </ac:spMkLst>
        </pc:spChg>
      </pc:sldChg>
      <pc:sldChg chg="addAnim delAnim">
        <pc:chgData name="Guest User" userId="S::urn:spo:tenantanon#e8911c26-cf9f-4a9c-878e-527807be8791::" providerId="AD" clId="Web-{92522EA4-2978-BD06-F56B-5C4A2783888A}" dt="2026-09-09T02:11:41.047" v="142"/>
        <pc:sldMkLst>
          <pc:docMk/>
          <pc:sldMk cId="2262956883" sldId="3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61E1D4-B5A8-2E46-8CCE-5EE684DB1D0C}"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B41411-4056-194E-B50B-CBB4D0674DAE}" type="slidenum">
              <a:rPr lang="en-US" smtClean="0"/>
              <a:t>‹#›</a:t>
            </a:fld>
            <a:endParaRPr lang="en-US"/>
          </a:p>
        </p:txBody>
      </p:sp>
    </p:spTree>
    <p:extLst>
      <p:ext uri="{BB962C8B-B14F-4D97-AF65-F5344CB8AC3E}">
        <p14:creationId xmlns:p14="http://schemas.microsoft.com/office/powerpoint/2010/main" val="1932392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364B19-607B-B942-B14B-DB932692D378}" type="slidenum">
              <a:rPr lang="en-US" smtClean="0"/>
              <a:pPr/>
              <a:t>0</a:t>
            </a:fld>
            <a:endParaRPr lang="en-US"/>
          </a:p>
        </p:txBody>
      </p:sp>
    </p:spTree>
    <p:extLst>
      <p:ext uri="{BB962C8B-B14F-4D97-AF65-F5344CB8AC3E}">
        <p14:creationId xmlns:p14="http://schemas.microsoft.com/office/powerpoint/2010/main" val="375384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a:extLst>
            <a:ext uri="{FF2B5EF4-FFF2-40B4-BE49-F238E27FC236}">
              <a16:creationId xmlns:a16="http://schemas.microsoft.com/office/drawing/2014/main" id="{81B84A6A-92B0-76EE-4A49-408292E926F3}"/>
            </a:ext>
          </a:extLst>
        </p:cNvPr>
        <p:cNvGrpSpPr/>
        <p:nvPr/>
      </p:nvGrpSpPr>
      <p:grpSpPr>
        <a:xfrm>
          <a:off x="0" y="0"/>
          <a:ext cx="0" cy="0"/>
          <a:chOff x="0" y="0"/>
          <a:chExt cx="0" cy="0"/>
        </a:xfrm>
      </p:grpSpPr>
      <p:sp>
        <p:nvSpPr>
          <p:cNvPr id="1392" name="Google Shape;1392;g49a7a92a65_10_1064:notes">
            <a:extLst>
              <a:ext uri="{FF2B5EF4-FFF2-40B4-BE49-F238E27FC236}">
                <a16:creationId xmlns:a16="http://schemas.microsoft.com/office/drawing/2014/main" id="{9001933E-2EE9-58D7-B93B-D8A1650BF4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3" name="Google Shape;1393;g49a7a92a65_10_1064:notes">
            <a:extLst>
              <a:ext uri="{FF2B5EF4-FFF2-40B4-BE49-F238E27FC236}">
                <a16:creationId xmlns:a16="http://schemas.microsoft.com/office/drawing/2014/main" id="{2C665C6A-A61E-568A-F307-901FA23A01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4" name="Google Shape;1394;g49a7a92a65_10_1064:notes">
            <a:extLst>
              <a:ext uri="{FF2B5EF4-FFF2-40B4-BE49-F238E27FC236}">
                <a16:creationId xmlns:a16="http://schemas.microsoft.com/office/drawing/2014/main" id="{4C72CBB3-6C04-4CB6-9954-1C9DD3F561D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extLst>
      <p:ext uri="{BB962C8B-B14F-4D97-AF65-F5344CB8AC3E}">
        <p14:creationId xmlns:p14="http://schemas.microsoft.com/office/powerpoint/2010/main" val="2510551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B41411-4056-194E-B50B-CBB4D0674DAE}" type="slidenum">
              <a:rPr lang="en-US" smtClean="0"/>
              <a:t>2</a:t>
            </a:fld>
            <a:endParaRPr lang="en-US"/>
          </a:p>
        </p:txBody>
      </p:sp>
    </p:spTree>
    <p:extLst>
      <p:ext uri="{BB962C8B-B14F-4D97-AF65-F5344CB8AC3E}">
        <p14:creationId xmlns:p14="http://schemas.microsoft.com/office/powerpoint/2010/main" val="1380139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B41411-4056-194E-B50B-CBB4D0674DAE}" type="slidenum">
              <a:rPr lang="en-US" smtClean="0"/>
              <a:t>3</a:t>
            </a:fld>
            <a:endParaRPr lang="en-US"/>
          </a:p>
        </p:txBody>
      </p:sp>
    </p:spTree>
    <p:extLst>
      <p:ext uri="{BB962C8B-B14F-4D97-AF65-F5344CB8AC3E}">
        <p14:creationId xmlns:p14="http://schemas.microsoft.com/office/powerpoint/2010/main" val="4208548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E8F14-27B9-BBBB-207F-D94DE9EC8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DBA7D-68F6-0E98-378A-BAB4A5E4D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FDD76-1F8D-77F8-CF2A-FFE21CF67A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D4C8F5-5A29-8437-E01A-68FFCFB921C7}"/>
              </a:ext>
            </a:extLst>
          </p:cNvPr>
          <p:cNvSpPr>
            <a:spLocks noGrp="1"/>
          </p:cNvSpPr>
          <p:nvPr>
            <p:ph type="sldNum" sz="quarter" idx="5"/>
          </p:nvPr>
        </p:nvSpPr>
        <p:spPr/>
        <p:txBody>
          <a:bodyPr/>
          <a:lstStyle/>
          <a:p>
            <a:fld id="{C4B41411-4056-194E-B50B-CBB4D0674DAE}" type="slidenum">
              <a:rPr lang="en-US" smtClean="0"/>
              <a:t>4</a:t>
            </a:fld>
            <a:endParaRPr lang="en-US"/>
          </a:p>
        </p:txBody>
      </p:sp>
    </p:spTree>
    <p:extLst>
      <p:ext uri="{BB962C8B-B14F-4D97-AF65-F5344CB8AC3E}">
        <p14:creationId xmlns:p14="http://schemas.microsoft.com/office/powerpoint/2010/main" val="2610868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57BD9-BE81-F20F-9829-C37B2F65B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2A80F-1CCB-2A6F-FB82-26E1CABD4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14DA3-AE89-0C16-F6A5-E53DBF8AA2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E554A7-16E5-BA75-CE36-08E2FAC10108}"/>
              </a:ext>
            </a:extLst>
          </p:cNvPr>
          <p:cNvSpPr>
            <a:spLocks noGrp="1"/>
          </p:cNvSpPr>
          <p:nvPr>
            <p:ph type="sldNum" sz="quarter" idx="5"/>
          </p:nvPr>
        </p:nvSpPr>
        <p:spPr/>
        <p:txBody>
          <a:bodyPr/>
          <a:lstStyle/>
          <a:p>
            <a:fld id="{C4B41411-4056-194E-B50B-CBB4D0674DAE}" type="slidenum">
              <a:rPr lang="en-US" smtClean="0"/>
              <a:t>5</a:t>
            </a:fld>
            <a:endParaRPr lang="en-US"/>
          </a:p>
        </p:txBody>
      </p:sp>
    </p:spTree>
    <p:extLst>
      <p:ext uri="{BB962C8B-B14F-4D97-AF65-F5344CB8AC3E}">
        <p14:creationId xmlns:p14="http://schemas.microsoft.com/office/powerpoint/2010/main" val="1390145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94E10-BC8A-C589-7FF2-3F81078FA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4ED26-F061-C0AF-383B-D9127DA77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E5FE3-97DC-A94F-6BD6-463927E61F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1EBD7A-A705-C2EC-2C11-DBEBAEB1A2EC}"/>
              </a:ext>
            </a:extLst>
          </p:cNvPr>
          <p:cNvSpPr>
            <a:spLocks noGrp="1"/>
          </p:cNvSpPr>
          <p:nvPr>
            <p:ph type="sldNum" sz="quarter" idx="5"/>
          </p:nvPr>
        </p:nvSpPr>
        <p:spPr/>
        <p:txBody>
          <a:bodyPr/>
          <a:lstStyle/>
          <a:p>
            <a:fld id="{C4B41411-4056-194E-B50B-CBB4D0674DAE}" type="slidenum">
              <a:rPr lang="en-US" smtClean="0"/>
              <a:t>6</a:t>
            </a:fld>
            <a:endParaRPr lang="en-US"/>
          </a:p>
        </p:txBody>
      </p:sp>
    </p:spTree>
    <p:extLst>
      <p:ext uri="{BB962C8B-B14F-4D97-AF65-F5344CB8AC3E}">
        <p14:creationId xmlns:p14="http://schemas.microsoft.com/office/powerpoint/2010/main" val="3055705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F425B-370D-00C7-1F19-6C5BC7119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EA1CB-9D5C-827E-BB0B-2CB199370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BE8FD7-7E8E-0067-26C5-4530C2D4BE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E6051D-2A91-E146-08D2-A08A3C255C53}"/>
              </a:ext>
            </a:extLst>
          </p:cNvPr>
          <p:cNvSpPr>
            <a:spLocks noGrp="1"/>
          </p:cNvSpPr>
          <p:nvPr>
            <p:ph type="sldNum" sz="quarter" idx="5"/>
          </p:nvPr>
        </p:nvSpPr>
        <p:spPr/>
        <p:txBody>
          <a:bodyPr/>
          <a:lstStyle/>
          <a:p>
            <a:fld id="{C4B41411-4056-194E-B50B-CBB4D0674DAE}" type="slidenum">
              <a:rPr lang="en-US" smtClean="0"/>
              <a:t>7</a:t>
            </a:fld>
            <a:endParaRPr lang="en-US"/>
          </a:p>
        </p:txBody>
      </p:sp>
    </p:spTree>
    <p:extLst>
      <p:ext uri="{BB962C8B-B14F-4D97-AF65-F5344CB8AC3E}">
        <p14:creationId xmlns:p14="http://schemas.microsoft.com/office/powerpoint/2010/main" val="3637418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CBD70-9310-871E-D916-17C96BF57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68F5F-5C25-9F49-14D6-2CD312902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37E28-F3E1-C8CB-7DD0-7738A9DE3C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3B6178-19E9-D6C7-74E3-FA046C290D2F}"/>
              </a:ext>
            </a:extLst>
          </p:cNvPr>
          <p:cNvSpPr>
            <a:spLocks noGrp="1"/>
          </p:cNvSpPr>
          <p:nvPr>
            <p:ph type="sldNum" sz="quarter" idx="5"/>
          </p:nvPr>
        </p:nvSpPr>
        <p:spPr/>
        <p:txBody>
          <a:bodyPr/>
          <a:lstStyle/>
          <a:p>
            <a:fld id="{C4B41411-4056-194E-B50B-CBB4D0674DAE}" type="slidenum">
              <a:rPr lang="en-US" smtClean="0"/>
              <a:t>8</a:t>
            </a:fld>
            <a:endParaRPr lang="en-US"/>
          </a:p>
        </p:txBody>
      </p:sp>
    </p:spTree>
    <p:extLst>
      <p:ext uri="{BB962C8B-B14F-4D97-AF65-F5344CB8AC3E}">
        <p14:creationId xmlns:p14="http://schemas.microsoft.com/office/powerpoint/2010/main" val="2458924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07BCD-D9C0-F2BD-7617-5CA1A616A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D0787-0776-D361-FE25-FA2455301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7D7D1-9047-703F-20E3-491E9352969A}"/>
              </a:ext>
            </a:extLst>
          </p:cNvPr>
          <p:cNvSpPr>
            <a:spLocks noGrp="1"/>
          </p:cNvSpPr>
          <p:nvPr>
            <p:ph type="body" idx="1"/>
          </p:nvPr>
        </p:nvSpPr>
        <p:spPr/>
        <p:txBody>
          <a:bodyPr/>
          <a:lstStyle/>
          <a:p>
            <a:r>
              <a:rPr lang="en-ID"/>
              <a:t>“At first glance, it may seem that the problem is simply just the Rangers lack a management process. But our research showed the opposite. Lama Lama Rangers already locate, record, treat and revisit infestations. </a:t>
            </a:r>
            <a:endParaRPr lang="en-US"/>
          </a:p>
        </p:txBody>
      </p:sp>
      <p:sp>
        <p:nvSpPr>
          <p:cNvPr id="4" name="Slide Number Placeholder 3">
            <a:extLst>
              <a:ext uri="{FF2B5EF4-FFF2-40B4-BE49-F238E27FC236}">
                <a16:creationId xmlns:a16="http://schemas.microsoft.com/office/drawing/2014/main" id="{1741E671-39DA-607D-8116-73F11EDA9705}"/>
              </a:ext>
            </a:extLst>
          </p:cNvPr>
          <p:cNvSpPr>
            <a:spLocks noGrp="1"/>
          </p:cNvSpPr>
          <p:nvPr>
            <p:ph type="sldNum" sz="quarter" idx="5"/>
          </p:nvPr>
        </p:nvSpPr>
        <p:spPr/>
        <p:txBody>
          <a:bodyPr/>
          <a:lstStyle/>
          <a:p>
            <a:fld id="{C4B41411-4056-194E-B50B-CBB4D0674DAE}" type="slidenum">
              <a:rPr lang="en-US" smtClean="0"/>
              <a:t>9</a:t>
            </a:fld>
            <a:endParaRPr lang="en-US"/>
          </a:p>
        </p:txBody>
      </p:sp>
    </p:spTree>
    <p:extLst>
      <p:ext uri="{BB962C8B-B14F-4D97-AF65-F5344CB8AC3E}">
        <p14:creationId xmlns:p14="http://schemas.microsoft.com/office/powerpoint/2010/main" val="248364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09F6E-4C74-FAB5-B2A7-73C28E8C4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1ECF7-4882-8F50-63E7-B6361F6DD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F37CC-07B5-FF5A-C63E-ACAF94ED90E8}"/>
              </a:ext>
            </a:extLst>
          </p:cNvPr>
          <p:cNvSpPr>
            <a:spLocks noGrp="1"/>
          </p:cNvSpPr>
          <p:nvPr>
            <p:ph type="body" idx="1"/>
          </p:nvPr>
        </p:nvSpPr>
        <p:spPr/>
        <p:txBody>
          <a:bodyPr/>
          <a:lstStyle/>
          <a:p>
            <a:pPr marL="285750" indent="-285750">
              <a:buFont typeface="Calibri"/>
              <a:buChar char="-"/>
            </a:pPr>
            <a:r>
              <a:rPr lang="en-ID"/>
              <a:t>The real challenge is maintaining that process consistently across a large, remote and seasonally inaccessible landscape.</a:t>
            </a:r>
            <a:endParaRPr lang="en-US"/>
          </a:p>
          <a:p>
            <a:pPr marL="285750" indent="-285750">
              <a:buFont typeface="Calibri"/>
              <a:buChar char="-"/>
            </a:pPr>
            <a:endParaRPr lang="en-US"/>
          </a:p>
          <a:p>
            <a:endParaRPr lang="en-US"/>
          </a:p>
        </p:txBody>
      </p:sp>
      <p:sp>
        <p:nvSpPr>
          <p:cNvPr id="4" name="Slide Number Placeholder 3">
            <a:extLst>
              <a:ext uri="{FF2B5EF4-FFF2-40B4-BE49-F238E27FC236}">
                <a16:creationId xmlns:a16="http://schemas.microsoft.com/office/drawing/2014/main" id="{0987C745-CB9C-1211-E583-B0316AC4EDA8}"/>
              </a:ext>
            </a:extLst>
          </p:cNvPr>
          <p:cNvSpPr>
            <a:spLocks noGrp="1"/>
          </p:cNvSpPr>
          <p:nvPr>
            <p:ph type="sldNum" sz="quarter" idx="5"/>
          </p:nvPr>
        </p:nvSpPr>
        <p:spPr/>
        <p:txBody>
          <a:bodyPr/>
          <a:lstStyle/>
          <a:p>
            <a:fld id="{C4B41411-4056-194E-B50B-CBB4D0674DAE}" type="slidenum">
              <a:rPr lang="en-US" smtClean="0"/>
              <a:t>10</a:t>
            </a:fld>
            <a:endParaRPr lang="en-US"/>
          </a:p>
        </p:txBody>
      </p:sp>
    </p:spTree>
    <p:extLst>
      <p:ext uri="{BB962C8B-B14F-4D97-AF65-F5344CB8AC3E}">
        <p14:creationId xmlns:p14="http://schemas.microsoft.com/office/powerpoint/2010/main" val="2905440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3F1B-6F10-B823-A7B8-76087B361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E6F94-C59F-8A17-45AF-FC838E275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D8153A-0121-30AD-E6F9-8952AEBFE27A}"/>
              </a:ext>
            </a:extLst>
          </p:cNvPr>
          <p:cNvSpPr>
            <a:spLocks noGrp="1"/>
          </p:cNvSpPr>
          <p:nvPr>
            <p:ph type="body" idx="1"/>
          </p:nvPr>
        </p:nvSpPr>
        <p:spPr/>
        <p:txBody>
          <a:bodyPr/>
          <a:lstStyle/>
          <a:p>
            <a:pPr marL="285750" indent="-285750">
              <a:buFont typeface="Calibri"/>
              <a:buChar char="-"/>
            </a:pPr>
            <a:endParaRPr lang="en-US"/>
          </a:p>
          <a:p>
            <a:endParaRPr lang="en-US"/>
          </a:p>
        </p:txBody>
      </p:sp>
      <p:sp>
        <p:nvSpPr>
          <p:cNvPr id="4" name="Slide Number Placeholder 3">
            <a:extLst>
              <a:ext uri="{FF2B5EF4-FFF2-40B4-BE49-F238E27FC236}">
                <a16:creationId xmlns:a16="http://schemas.microsoft.com/office/drawing/2014/main" id="{304B4BEB-9994-FCA4-ACA1-04C66DFFCC8C}"/>
              </a:ext>
            </a:extLst>
          </p:cNvPr>
          <p:cNvSpPr>
            <a:spLocks noGrp="1"/>
          </p:cNvSpPr>
          <p:nvPr>
            <p:ph type="sldNum" sz="quarter" idx="5"/>
          </p:nvPr>
        </p:nvSpPr>
        <p:spPr/>
        <p:txBody>
          <a:bodyPr/>
          <a:lstStyle/>
          <a:p>
            <a:fld id="{C4B41411-4056-194E-B50B-CBB4D0674DAE}" type="slidenum">
              <a:rPr lang="en-US" smtClean="0"/>
              <a:t>11</a:t>
            </a:fld>
            <a:endParaRPr lang="en-US"/>
          </a:p>
        </p:txBody>
      </p:sp>
    </p:spTree>
    <p:extLst>
      <p:ext uri="{BB962C8B-B14F-4D97-AF65-F5344CB8AC3E}">
        <p14:creationId xmlns:p14="http://schemas.microsoft.com/office/powerpoint/2010/main" val="3769794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B2C7-2206-5B0E-10E6-AB1E046ED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D92D3-B8C5-170E-4E18-39A9247F7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3027F-35CC-DDA0-D3B9-A15B661DF5C4}"/>
              </a:ext>
            </a:extLst>
          </p:cNvPr>
          <p:cNvSpPr>
            <a:spLocks noGrp="1"/>
          </p:cNvSpPr>
          <p:nvPr>
            <p:ph type="body" idx="1"/>
          </p:nvPr>
        </p:nvSpPr>
        <p:spPr/>
        <p:txBody>
          <a:bodyPr/>
          <a:lstStyle/>
          <a:p>
            <a:pPr marL="285750" indent="-285750">
              <a:buFont typeface="Calibri"/>
              <a:buChar char="-"/>
            </a:pPr>
            <a:r>
              <a:rPr lang="en-ID"/>
              <a:t>“First, </a:t>
            </a:r>
            <a:r>
              <a:rPr lang="en-ID" b="1"/>
              <a:t>access</a:t>
            </a:r>
            <a:r>
              <a:rPr lang="en-ID"/>
              <a:t>. During the wet season, roads and tracks can become difficult or impossible to use, limiting when Rangers can physically reach infestation sites.”</a:t>
            </a:r>
            <a:endParaRPr lang="en-US"/>
          </a:p>
          <a:p>
            <a:endParaRPr lang="en-US"/>
          </a:p>
        </p:txBody>
      </p:sp>
      <p:sp>
        <p:nvSpPr>
          <p:cNvPr id="4" name="Slide Number Placeholder 3">
            <a:extLst>
              <a:ext uri="{FF2B5EF4-FFF2-40B4-BE49-F238E27FC236}">
                <a16:creationId xmlns:a16="http://schemas.microsoft.com/office/drawing/2014/main" id="{7811136A-FD2C-5EF9-49F2-00581042AE21}"/>
              </a:ext>
            </a:extLst>
          </p:cNvPr>
          <p:cNvSpPr>
            <a:spLocks noGrp="1"/>
          </p:cNvSpPr>
          <p:nvPr>
            <p:ph type="sldNum" sz="quarter" idx="5"/>
          </p:nvPr>
        </p:nvSpPr>
        <p:spPr/>
        <p:txBody>
          <a:bodyPr/>
          <a:lstStyle/>
          <a:p>
            <a:fld id="{C4B41411-4056-194E-B50B-CBB4D0674DAE}" type="slidenum">
              <a:rPr lang="en-US" smtClean="0"/>
              <a:t>12</a:t>
            </a:fld>
            <a:endParaRPr lang="en-US"/>
          </a:p>
        </p:txBody>
      </p:sp>
    </p:spTree>
    <p:extLst>
      <p:ext uri="{BB962C8B-B14F-4D97-AF65-F5344CB8AC3E}">
        <p14:creationId xmlns:p14="http://schemas.microsoft.com/office/powerpoint/2010/main" val="27979314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50DB0-74F6-F8E7-9581-C322BD370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0C0A2-6781-E588-82CB-B08083BD4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E447C-49F2-F58F-D4CE-633A7E9024FC}"/>
              </a:ext>
            </a:extLst>
          </p:cNvPr>
          <p:cNvSpPr>
            <a:spLocks noGrp="1"/>
          </p:cNvSpPr>
          <p:nvPr>
            <p:ph type="body" idx="1"/>
          </p:nvPr>
        </p:nvSpPr>
        <p:spPr/>
        <p:txBody>
          <a:bodyPr/>
          <a:lstStyle/>
          <a:p>
            <a:r>
              <a:rPr lang="en-ID"/>
              <a:t>“Second, </a:t>
            </a:r>
            <a:r>
              <a:rPr lang="en-ID" b="1"/>
              <a:t>monitoring</a:t>
            </a:r>
            <a:r>
              <a:rPr lang="en-ID"/>
              <a:t>. Infestations are spread across large areas,...and treatment requires repeated follow-up to understand what has changed and whether management has been effective.”</a:t>
            </a:r>
          </a:p>
          <a:p>
            <a:endParaRPr lang="en-US"/>
          </a:p>
        </p:txBody>
      </p:sp>
      <p:sp>
        <p:nvSpPr>
          <p:cNvPr id="4" name="Slide Number Placeholder 3">
            <a:extLst>
              <a:ext uri="{FF2B5EF4-FFF2-40B4-BE49-F238E27FC236}">
                <a16:creationId xmlns:a16="http://schemas.microsoft.com/office/drawing/2014/main" id="{E8F4F815-AA8B-C92E-4F34-31B463A76792}"/>
              </a:ext>
            </a:extLst>
          </p:cNvPr>
          <p:cNvSpPr>
            <a:spLocks noGrp="1"/>
          </p:cNvSpPr>
          <p:nvPr>
            <p:ph type="sldNum" sz="quarter" idx="5"/>
          </p:nvPr>
        </p:nvSpPr>
        <p:spPr/>
        <p:txBody>
          <a:bodyPr/>
          <a:lstStyle/>
          <a:p>
            <a:fld id="{C4B41411-4056-194E-B50B-CBB4D0674DAE}" type="slidenum">
              <a:rPr lang="en-US" smtClean="0"/>
              <a:t>13</a:t>
            </a:fld>
            <a:endParaRPr lang="en-US"/>
          </a:p>
        </p:txBody>
      </p:sp>
    </p:spTree>
    <p:extLst>
      <p:ext uri="{BB962C8B-B14F-4D97-AF65-F5344CB8AC3E}">
        <p14:creationId xmlns:p14="http://schemas.microsoft.com/office/powerpoint/2010/main" val="3940644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DA436-048F-92F9-A62F-069DC9FE1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6CB3A-5C9C-3390-2EFA-86A9A3C4F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F0632-13BD-F3FF-5074-F81A5554795F}"/>
              </a:ext>
            </a:extLst>
          </p:cNvPr>
          <p:cNvSpPr>
            <a:spLocks noGrp="1"/>
          </p:cNvSpPr>
          <p:nvPr>
            <p:ph type="body" idx="1"/>
          </p:nvPr>
        </p:nvSpPr>
        <p:spPr/>
        <p:txBody>
          <a:bodyPr/>
          <a:lstStyle/>
          <a:p>
            <a:pPr marL="285750" indent="-285750">
              <a:buFont typeface="Calibri"/>
              <a:buChar char="-"/>
            </a:pPr>
            <a:r>
              <a:rPr lang="en-ID"/>
              <a:t>“Third, </a:t>
            </a:r>
            <a:r>
              <a:rPr lang="en-ID" b="1"/>
              <a:t>decision-making</a:t>
            </a:r>
            <a:r>
              <a:rPr lang="en-ID"/>
              <a:t>. When multiple infestations are at different stages, Rangers need more than a record of where weeds are—they need to know </a:t>
            </a:r>
            <a:r>
              <a:rPr lang="en-ID" b="1"/>
              <a:t>which locations require attention first</a:t>
            </a:r>
            <a:r>
              <a:rPr lang="en-ID"/>
              <a:t>.”</a:t>
            </a:r>
            <a:endParaRPr lang="en-US"/>
          </a:p>
        </p:txBody>
      </p:sp>
      <p:sp>
        <p:nvSpPr>
          <p:cNvPr id="4" name="Slide Number Placeholder 3">
            <a:extLst>
              <a:ext uri="{FF2B5EF4-FFF2-40B4-BE49-F238E27FC236}">
                <a16:creationId xmlns:a16="http://schemas.microsoft.com/office/drawing/2014/main" id="{A459A1AA-F51C-748E-1693-D874B1DDACC7}"/>
              </a:ext>
            </a:extLst>
          </p:cNvPr>
          <p:cNvSpPr>
            <a:spLocks noGrp="1"/>
          </p:cNvSpPr>
          <p:nvPr>
            <p:ph type="sldNum" sz="quarter" idx="5"/>
          </p:nvPr>
        </p:nvSpPr>
        <p:spPr/>
        <p:txBody>
          <a:bodyPr/>
          <a:lstStyle/>
          <a:p>
            <a:fld id="{C4B41411-4056-194E-B50B-CBB4D0674DAE}" type="slidenum">
              <a:rPr lang="en-US" smtClean="0"/>
              <a:t>14</a:t>
            </a:fld>
            <a:endParaRPr lang="en-US"/>
          </a:p>
        </p:txBody>
      </p:sp>
    </p:spTree>
    <p:extLst>
      <p:ext uri="{BB962C8B-B14F-4D97-AF65-F5344CB8AC3E}">
        <p14:creationId xmlns:p14="http://schemas.microsoft.com/office/powerpoint/2010/main" val="21133847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9322-B4F2-00FA-5E8C-6DB8A923B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BB4D9-2277-2C38-C2BF-FE8E82CD8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5A476-7D44-0880-881F-A2748FA7B157}"/>
              </a:ext>
            </a:extLst>
          </p:cNvPr>
          <p:cNvSpPr>
            <a:spLocks noGrp="1"/>
          </p:cNvSpPr>
          <p:nvPr>
            <p:ph type="body" idx="1"/>
          </p:nvPr>
        </p:nvSpPr>
        <p:spPr/>
        <p:txBody>
          <a:bodyPr/>
          <a:lstStyle/>
          <a:p>
            <a:r>
              <a:rPr lang="en-ID"/>
              <a:t>And finally, </a:t>
            </a:r>
            <a:r>
              <a:rPr lang="en-ID" b="1"/>
              <a:t>operations</a:t>
            </a:r>
            <a:r>
              <a:rPr lang="en-ID"/>
              <a:t>. Limited connectivity, remote maintenance, dependence on technical support and a seasonal workforce can interrupt the continuity of the process”</a:t>
            </a:r>
            <a:endParaRPr lang="en-US"/>
          </a:p>
          <a:p>
            <a:pPr marL="285750" indent="-285750">
              <a:buFont typeface="Calibri"/>
              <a:buChar char="-"/>
            </a:pPr>
            <a:endParaRPr lang="en-US"/>
          </a:p>
          <a:p>
            <a:endParaRPr lang="en-US"/>
          </a:p>
        </p:txBody>
      </p:sp>
      <p:sp>
        <p:nvSpPr>
          <p:cNvPr id="4" name="Slide Number Placeholder 3">
            <a:extLst>
              <a:ext uri="{FF2B5EF4-FFF2-40B4-BE49-F238E27FC236}">
                <a16:creationId xmlns:a16="http://schemas.microsoft.com/office/drawing/2014/main" id="{2AB6475E-1014-71E9-20B1-63ED6565EAFA}"/>
              </a:ext>
            </a:extLst>
          </p:cNvPr>
          <p:cNvSpPr>
            <a:spLocks noGrp="1"/>
          </p:cNvSpPr>
          <p:nvPr>
            <p:ph type="sldNum" sz="quarter" idx="5"/>
          </p:nvPr>
        </p:nvSpPr>
        <p:spPr/>
        <p:txBody>
          <a:bodyPr/>
          <a:lstStyle/>
          <a:p>
            <a:fld id="{C4B41411-4056-194E-B50B-CBB4D0674DAE}" type="slidenum">
              <a:rPr lang="en-US" smtClean="0"/>
              <a:t>15</a:t>
            </a:fld>
            <a:endParaRPr lang="en-US"/>
          </a:p>
        </p:txBody>
      </p:sp>
    </p:spTree>
    <p:extLst>
      <p:ext uri="{BB962C8B-B14F-4D97-AF65-F5344CB8AC3E}">
        <p14:creationId xmlns:p14="http://schemas.microsoft.com/office/powerpoint/2010/main" val="2051938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40FF6-B544-BC40-AC3F-B1E6311CF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99872-7443-B219-8E9A-021319C31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0D62B-8AE8-E17A-D1F2-68E28B1FE74C}"/>
              </a:ext>
            </a:extLst>
          </p:cNvPr>
          <p:cNvSpPr>
            <a:spLocks noGrp="1"/>
          </p:cNvSpPr>
          <p:nvPr>
            <p:ph type="body" idx="1"/>
          </p:nvPr>
        </p:nvSpPr>
        <p:spPr/>
        <p:txBody>
          <a:bodyPr/>
          <a:lstStyle/>
          <a:p>
            <a:pPr marL="285750" indent="-285750">
              <a:buFont typeface="Calibri"/>
              <a:buChar char="-"/>
            </a:pPr>
            <a:r>
              <a:rPr lang="en-ID"/>
              <a:t>“Together, these challenges led us to one central user need: </a:t>
            </a:r>
            <a:r>
              <a:rPr lang="en-ID" b="1"/>
              <a:t>Lama Lama Rangers need to reliably detect, monitor and prioritise weed infestations across large, remote and seasonally inaccessible areas while integrating with their existing practices.</a:t>
            </a:r>
            <a:r>
              <a:rPr lang="en-ID"/>
              <a:t>”</a:t>
            </a:r>
          </a:p>
          <a:p>
            <a:pPr marL="285750" indent="-285750">
              <a:buFont typeface="Calibri"/>
              <a:buChar char="-"/>
            </a:pPr>
            <a:endParaRPr lang="en-ID"/>
          </a:p>
          <a:p>
            <a:pPr marL="285750" indent="-285750">
              <a:buFont typeface="Calibri"/>
              <a:buChar char="-"/>
            </a:pPr>
            <a:r>
              <a:rPr lang="en-ID"/>
              <a:t>“So, a successful solution should not replace Ranger knowledge or create another isolated process. It should strengthen their existing workflow by keeping monitoring information usable, treatment outcomes comparable and priorities clear, while adding minimal operational burden.”</a:t>
            </a:r>
          </a:p>
          <a:p>
            <a:pPr marL="285750" indent="-285750">
              <a:buFont typeface="Calibri"/>
              <a:buChar char="-"/>
            </a:pPr>
            <a:endParaRPr lang="en-ID"/>
          </a:p>
          <a:p>
            <a:pPr marL="285750" marR="0" lvl="0" indent="-285750" algn="l" defTabSz="914400" rtl="0" eaLnBrk="1" fontAlgn="auto" latinLnBrk="0" hangingPunct="1">
              <a:lnSpc>
                <a:spcPct val="100000"/>
              </a:lnSpc>
              <a:spcBef>
                <a:spcPts val="0"/>
              </a:spcBef>
              <a:spcAft>
                <a:spcPts val="0"/>
              </a:spcAft>
              <a:buClrTx/>
              <a:buSzTx/>
              <a:buFont typeface="Calibri"/>
              <a:buChar char="-"/>
              <a:tabLst/>
              <a:defRPr/>
            </a:pPr>
            <a:r>
              <a:rPr lang="en-ID"/>
              <a:t>“That gives us the next question: </a:t>
            </a:r>
            <a:r>
              <a:rPr lang="en-ID" b="1"/>
              <a:t>what must a solution achieve to actually work on Lama Lama Country?</a:t>
            </a:r>
            <a:r>
              <a:rPr lang="en-ID"/>
              <a:t> Fatih will now take us through the design requirements we developed from this user need.”</a:t>
            </a:r>
          </a:p>
          <a:p>
            <a:pPr marL="285750" indent="-285750">
              <a:buFont typeface="Calibri"/>
              <a:buChar char="-"/>
            </a:pPr>
            <a:endParaRPr lang="en-US"/>
          </a:p>
          <a:p>
            <a:endParaRPr lang="en-US"/>
          </a:p>
        </p:txBody>
      </p:sp>
      <p:sp>
        <p:nvSpPr>
          <p:cNvPr id="4" name="Slide Number Placeholder 3">
            <a:extLst>
              <a:ext uri="{FF2B5EF4-FFF2-40B4-BE49-F238E27FC236}">
                <a16:creationId xmlns:a16="http://schemas.microsoft.com/office/drawing/2014/main" id="{AC832809-6A5B-36CF-BF0F-175939DCD7C2}"/>
              </a:ext>
            </a:extLst>
          </p:cNvPr>
          <p:cNvSpPr>
            <a:spLocks noGrp="1"/>
          </p:cNvSpPr>
          <p:nvPr>
            <p:ph type="sldNum" sz="quarter" idx="5"/>
          </p:nvPr>
        </p:nvSpPr>
        <p:spPr/>
        <p:txBody>
          <a:bodyPr/>
          <a:lstStyle/>
          <a:p>
            <a:fld id="{C4B41411-4056-194E-B50B-CBB4D0674DAE}" type="slidenum">
              <a:rPr lang="en-US" smtClean="0"/>
              <a:t>16</a:t>
            </a:fld>
            <a:endParaRPr lang="en-US"/>
          </a:p>
        </p:txBody>
      </p:sp>
    </p:spTree>
    <p:extLst>
      <p:ext uri="{BB962C8B-B14F-4D97-AF65-F5344CB8AC3E}">
        <p14:creationId xmlns:p14="http://schemas.microsoft.com/office/powerpoint/2010/main" val="60396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702EB-8766-0CAC-5F47-29577E784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872D2-6FC4-FD7E-D708-0C6D12154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38CB2-3574-A205-3610-9EB7DCE210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A339E5-145C-269C-A9FA-E51926C71934}"/>
              </a:ext>
            </a:extLst>
          </p:cNvPr>
          <p:cNvSpPr>
            <a:spLocks noGrp="1"/>
          </p:cNvSpPr>
          <p:nvPr>
            <p:ph type="sldNum" sz="quarter" idx="5"/>
          </p:nvPr>
        </p:nvSpPr>
        <p:spPr/>
        <p:txBody>
          <a:bodyPr/>
          <a:lstStyle/>
          <a:p>
            <a:fld id="{C4B41411-4056-194E-B50B-CBB4D0674DAE}" type="slidenum">
              <a:rPr lang="en-US" smtClean="0"/>
              <a:t>17</a:t>
            </a:fld>
            <a:endParaRPr lang="en-US"/>
          </a:p>
        </p:txBody>
      </p:sp>
    </p:spTree>
    <p:extLst>
      <p:ext uri="{BB962C8B-B14F-4D97-AF65-F5344CB8AC3E}">
        <p14:creationId xmlns:p14="http://schemas.microsoft.com/office/powerpoint/2010/main" val="2604963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5561D-15CA-C147-4130-4C20463F1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A84A5-CF65-BD04-48F9-DF189E8C6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ED031-3AC5-29A3-3E45-D411CBAE07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E71791-5FBD-35C8-19A1-A469EAC1D21D}"/>
              </a:ext>
            </a:extLst>
          </p:cNvPr>
          <p:cNvSpPr>
            <a:spLocks noGrp="1"/>
          </p:cNvSpPr>
          <p:nvPr>
            <p:ph type="sldNum" sz="quarter" idx="5"/>
          </p:nvPr>
        </p:nvSpPr>
        <p:spPr/>
        <p:txBody>
          <a:bodyPr/>
          <a:lstStyle/>
          <a:p>
            <a:fld id="{C4B41411-4056-194E-B50B-CBB4D0674DAE}" type="slidenum">
              <a:rPr lang="en-US" smtClean="0"/>
              <a:t>18</a:t>
            </a:fld>
            <a:endParaRPr lang="en-US"/>
          </a:p>
        </p:txBody>
      </p:sp>
    </p:spTree>
    <p:extLst>
      <p:ext uri="{BB962C8B-B14F-4D97-AF65-F5344CB8AC3E}">
        <p14:creationId xmlns:p14="http://schemas.microsoft.com/office/powerpoint/2010/main" val="3753800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8FBE6-6870-D3B6-C376-B93CE0741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9DA9D-FFFD-4B5A-AFE1-86D10FCDE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E86FE-B61F-0850-3815-4BE46D0B7021}"/>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E4878580-9A5B-A342-F1E5-87558DC8E8EC}"/>
              </a:ext>
            </a:extLst>
          </p:cNvPr>
          <p:cNvSpPr>
            <a:spLocks noGrp="1"/>
          </p:cNvSpPr>
          <p:nvPr>
            <p:ph type="sldNum" sz="quarter" idx="5"/>
          </p:nvPr>
        </p:nvSpPr>
        <p:spPr/>
        <p:txBody>
          <a:bodyPr/>
          <a:lstStyle/>
          <a:p>
            <a:fld id="{C4B41411-4056-194E-B50B-CBB4D0674DAE}" type="slidenum">
              <a:rPr lang="en-US" smtClean="0"/>
              <a:t>19</a:t>
            </a:fld>
            <a:endParaRPr lang="en-US"/>
          </a:p>
        </p:txBody>
      </p:sp>
    </p:spTree>
    <p:extLst>
      <p:ext uri="{BB962C8B-B14F-4D97-AF65-F5344CB8AC3E}">
        <p14:creationId xmlns:p14="http://schemas.microsoft.com/office/powerpoint/2010/main" val="3404666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0B29-908C-714D-DDC0-2526858A6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D7626-C146-51A2-CC6E-E1E1FB877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C8E5F-3AFA-9885-C7D0-8153148B4FBA}"/>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D92AD858-84AE-0574-877E-6158EF46DC69}"/>
              </a:ext>
            </a:extLst>
          </p:cNvPr>
          <p:cNvSpPr>
            <a:spLocks noGrp="1"/>
          </p:cNvSpPr>
          <p:nvPr>
            <p:ph type="sldNum" sz="quarter" idx="5"/>
          </p:nvPr>
        </p:nvSpPr>
        <p:spPr/>
        <p:txBody>
          <a:bodyPr/>
          <a:lstStyle/>
          <a:p>
            <a:fld id="{C4B41411-4056-194E-B50B-CBB4D0674DAE}" type="slidenum">
              <a:rPr lang="en-US" smtClean="0"/>
              <a:t>20</a:t>
            </a:fld>
            <a:endParaRPr lang="en-US"/>
          </a:p>
        </p:txBody>
      </p:sp>
    </p:spTree>
    <p:extLst>
      <p:ext uri="{BB962C8B-B14F-4D97-AF65-F5344CB8AC3E}">
        <p14:creationId xmlns:p14="http://schemas.microsoft.com/office/powerpoint/2010/main" val="1875625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6C3AA-A8A8-612B-C68D-FB9E654F8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ABFD7-D648-ED85-3763-432AD5743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FD36C-5EF3-37D9-AB56-75B38B4E7F34}"/>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DEC037A8-7A3D-E600-6786-ADD2AD36301F}"/>
              </a:ext>
            </a:extLst>
          </p:cNvPr>
          <p:cNvSpPr>
            <a:spLocks noGrp="1"/>
          </p:cNvSpPr>
          <p:nvPr>
            <p:ph type="sldNum" sz="quarter" idx="5"/>
          </p:nvPr>
        </p:nvSpPr>
        <p:spPr/>
        <p:txBody>
          <a:bodyPr/>
          <a:lstStyle/>
          <a:p>
            <a:fld id="{C4B41411-4056-194E-B50B-CBB4D0674DAE}" type="slidenum">
              <a:rPr lang="en-US" smtClean="0"/>
              <a:t>21</a:t>
            </a:fld>
            <a:endParaRPr lang="en-US"/>
          </a:p>
        </p:txBody>
      </p:sp>
    </p:spTree>
    <p:extLst>
      <p:ext uri="{BB962C8B-B14F-4D97-AF65-F5344CB8AC3E}">
        <p14:creationId xmlns:p14="http://schemas.microsoft.com/office/powerpoint/2010/main" val="3746756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89EB0-BA92-737F-8C2A-76D6A5135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A6527-E7A0-6F5C-A2DA-11DB0653B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4019F-E2C1-EE95-F0A3-9DF90A804C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268EB7-A39F-0A08-932F-7D4DB77A312B}"/>
              </a:ext>
            </a:extLst>
          </p:cNvPr>
          <p:cNvSpPr>
            <a:spLocks noGrp="1"/>
          </p:cNvSpPr>
          <p:nvPr>
            <p:ph type="sldNum" sz="quarter" idx="5"/>
          </p:nvPr>
        </p:nvSpPr>
        <p:spPr/>
        <p:txBody>
          <a:bodyPr/>
          <a:lstStyle/>
          <a:p>
            <a:fld id="{C4B41411-4056-194E-B50B-CBB4D0674DAE}" type="slidenum">
              <a:rPr lang="en-US" smtClean="0"/>
              <a:t>23</a:t>
            </a:fld>
            <a:endParaRPr lang="en-US"/>
          </a:p>
        </p:txBody>
      </p:sp>
    </p:spTree>
    <p:extLst>
      <p:ext uri="{BB962C8B-B14F-4D97-AF65-F5344CB8AC3E}">
        <p14:creationId xmlns:p14="http://schemas.microsoft.com/office/powerpoint/2010/main" val="4202566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B41411-4056-194E-B50B-CBB4D0674DAE}" type="slidenum">
              <a:rPr lang="en-US" smtClean="0"/>
              <a:t>24</a:t>
            </a:fld>
            <a:endParaRPr lang="en-US"/>
          </a:p>
        </p:txBody>
      </p:sp>
    </p:spTree>
    <p:extLst>
      <p:ext uri="{BB962C8B-B14F-4D97-AF65-F5344CB8AC3E}">
        <p14:creationId xmlns:p14="http://schemas.microsoft.com/office/powerpoint/2010/main" val="4059159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A176-2AFC-C280-1889-31C75DBAF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583EC8-B9EE-CEEB-F7AE-8B23D6D7A9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5CB82F-FD93-17F0-2691-710BF2741A9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0208CAE-DEB8-C0B0-958E-491BEF93CC4D}"/>
              </a:ext>
            </a:extLst>
          </p:cNvPr>
          <p:cNvSpPr>
            <a:spLocks noGrp="1"/>
          </p:cNvSpPr>
          <p:nvPr>
            <p:ph type="ftr" sz="quarter" idx="11"/>
          </p:nvPr>
        </p:nvSpPr>
        <p:spPr/>
        <p:txBody>
          <a:bodyPr/>
          <a:lstStyle/>
          <a:p>
            <a:r>
              <a:rPr lang="en-US"/>
              <a:t>Weed Management Design Solution</a:t>
            </a:r>
          </a:p>
        </p:txBody>
      </p:sp>
      <p:sp>
        <p:nvSpPr>
          <p:cNvPr id="6" name="Slide Number Placeholder 5">
            <a:extLst>
              <a:ext uri="{FF2B5EF4-FFF2-40B4-BE49-F238E27FC236}">
                <a16:creationId xmlns:a16="http://schemas.microsoft.com/office/drawing/2014/main" id="{E0734422-8807-2D9A-D165-53691AF18492}"/>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729189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Google Shape;1062;p42">
            <a:extLst>
              <a:ext uri="{FF2B5EF4-FFF2-40B4-BE49-F238E27FC236}">
                <a16:creationId xmlns:a16="http://schemas.microsoft.com/office/drawing/2014/main" id="{379CD727-E2D8-6ABF-54AA-68C379E33182}"/>
              </a:ext>
            </a:extLst>
          </p:cNvPr>
          <p:cNvSpPr/>
          <p:nvPr userDrawn="1"/>
        </p:nvSpPr>
        <p:spPr>
          <a:xfrm>
            <a:off x="784803" y="6407009"/>
            <a:ext cx="10622394" cy="263806"/>
          </a:xfrm>
          <a:prstGeom prst="roundRect">
            <a:avLst>
              <a:gd name="adj" fmla="val 50000"/>
            </a:avLst>
          </a:prstGeom>
          <a:solidFill>
            <a:srgbClr val="0F4B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06">
              <a:solidFill>
                <a:schemeClr val="lt1"/>
              </a:solidFill>
              <a:latin typeface="Arial"/>
              <a:ea typeface="Arial"/>
              <a:cs typeface="Arial"/>
              <a:sym typeface="Arial"/>
            </a:endParaRPr>
          </a:p>
        </p:txBody>
      </p:sp>
      <p:sp>
        <p:nvSpPr>
          <p:cNvPr id="2" name="Title 1">
            <a:extLst>
              <a:ext uri="{FF2B5EF4-FFF2-40B4-BE49-F238E27FC236}">
                <a16:creationId xmlns:a16="http://schemas.microsoft.com/office/drawing/2014/main" id="{2783B138-7AF1-C69C-8F57-572927C86E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DB5B07-10FB-1814-8C7A-D6199C777C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379D4E2-CAEC-988B-74F6-A5530E8DE7DE}"/>
              </a:ext>
            </a:extLst>
          </p:cNvPr>
          <p:cNvSpPr>
            <a:spLocks noGrp="1"/>
          </p:cNvSpPr>
          <p:nvPr>
            <p:ph type="ftr" sz="quarter" idx="11"/>
          </p:nvPr>
        </p:nvSpPr>
        <p:spPr>
          <a:xfrm>
            <a:off x="4038600" y="6356349"/>
            <a:ext cx="4114800" cy="365125"/>
          </a:xfrm>
        </p:spPr>
        <p:txBody>
          <a:bodyPr/>
          <a:lstStyle>
            <a:lvl1pPr algn="ctr">
              <a:defRPr b="0">
                <a:solidFill>
                  <a:schemeClr val="bg1"/>
                </a:solidFill>
                <a:latin typeface="Aptos" panose="020B0004020202020204" pitchFamily="34" charset="0"/>
                <a:cs typeface="Arial" panose="020B0604020202020204" pitchFamily="34" charset="0"/>
              </a:defRPr>
            </a:lvl1pPr>
          </a:lstStyle>
          <a:p>
            <a:r>
              <a:rPr lang="en-US"/>
              <a:t>Weed Management Design Solution</a:t>
            </a:r>
          </a:p>
        </p:txBody>
      </p:sp>
    </p:spTree>
    <p:extLst>
      <p:ext uri="{BB962C8B-B14F-4D97-AF65-F5344CB8AC3E}">
        <p14:creationId xmlns:p14="http://schemas.microsoft.com/office/powerpoint/2010/main" val="2255804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86B3-04DF-E98F-0263-AA1290E419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EC109A-5115-8C8B-BFDC-C78FBF1E19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D38373-46E4-35B9-57B1-B89F6C37100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38F2648-D134-53F3-5174-1F8799018856}"/>
              </a:ext>
            </a:extLst>
          </p:cNvPr>
          <p:cNvSpPr>
            <a:spLocks noGrp="1"/>
          </p:cNvSpPr>
          <p:nvPr>
            <p:ph type="ftr" sz="quarter" idx="11"/>
          </p:nvPr>
        </p:nvSpPr>
        <p:spPr/>
        <p:txBody>
          <a:bodyPr/>
          <a:lstStyle/>
          <a:p>
            <a:r>
              <a:rPr lang="en-US"/>
              <a:t>KEY OF SUCCESS FOR IITC001</a:t>
            </a:r>
          </a:p>
        </p:txBody>
      </p:sp>
      <p:sp>
        <p:nvSpPr>
          <p:cNvPr id="6" name="Slide Number Placeholder 5">
            <a:extLst>
              <a:ext uri="{FF2B5EF4-FFF2-40B4-BE49-F238E27FC236}">
                <a16:creationId xmlns:a16="http://schemas.microsoft.com/office/drawing/2014/main" id="{762E3599-24D6-2BB4-B186-2FE6F5B15EF2}"/>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1242131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D800C-2560-59C5-8BFA-5B5FF3D5CC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EBB2E-6C3B-FC0D-16E3-6D60087435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458B4A-F76A-5F4F-755B-CF58FF4373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9B457B-7E98-9F60-0BA2-E91E53276C2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EEB3080-5E64-8E90-FDB0-DFC6E46D7979}"/>
              </a:ext>
            </a:extLst>
          </p:cNvPr>
          <p:cNvSpPr>
            <a:spLocks noGrp="1"/>
          </p:cNvSpPr>
          <p:nvPr>
            <p:ph type="ftr" sz="quarter" idx="11"/>
          </p:nvPr>
        </p:nvSpPr>
        <p:spPr/>
        <p:txBody>
          <a:bodyPr/>
          <a:lstStyle/>
          <a:p>
            <a:r>
              <a:rPr lang="en-US"/>
              <a:t>KEY OF SUCCESS FOR IITC001</a:t>
            </a:r>
          </a:p>
        </p:txBody>
      </p:sp>
      <p:sp>
        <p:nvSpPr>
          <p:cNvPr id="7" name="Slide Number Placeholder 6">
            <a:extLst>
              <a:ext uri="{FF2B5EF4-FFF2-40B4-BE49-F238E27FC236}">
                <a16:creationId xmlns:a16="http://schemas.microsoft.com/office/drawing/2014/main" id="{342A553C-16A0-8C37-5887-8981EDCE8219}"/>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1846524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2B6C-08EA-201F-4650-4331ED59CD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8F1C5-FD9A-2993-2624-07FE5B1EEB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738D16-4F57-A7F8-1E56-E4B5919282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739448-249E-10B1-0D1F-4EE8F7539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8B77D8-68C5-B0EB-F599-76B063DB40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09C27A-4532-0FAF-3AA8-BBB3EE68D94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1ABC83E2-35F4-D09B-A045-445620A5D8DA}"/>
              </a:ext>
            </a:extLst>
          </p:cNvPr>
          <p:cNvSpPr>
            <a:spLocks noGrp="1"/>
          </p:cNvSpPr>
          <p:nvPr>
            <p:ph type="ftr" sz="quarter" idx="11"/>
          </p:nvPr>
        </p:nvSpPr>
        <p:spPr/>
        <p:txBody>
          <a:bodyPr/>
          <a:lstStyle/>
          <a:p>
            <a:r>
              <a:rPr lang="en-US"/>
              <a:t>KEY OF SUCCESS FOR IITC001</a:t>
            </a:r>
          </a:p>
        </p:txBody>
      </p:sp>
      <p:sp>
        <p:nvSpPr>
          <p:cNvPr id="9" name="Slide Number Placeholder 8">
            <a:extLst>
              <a:ext uri="{FF2B5EF4-FFF2-40B4-BE49-F238E27FC236}">
                <a16:creationId xmlns:a16="http://schemas.microsoft.com/office/drawing/2014/main" id="{0CA51581-4B74-D3EC-11F5-A01476EE08E5}"/>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130059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oogle Shape;1062;p42">
            <a:extLst>
              <a:ext uri="{FF2B5EF4-FFF2-40B4-BE49-F238E27FC236}">
                <a16:creationId xmlns:a16="http://schemas.microsoft.com/office/drawing/2014/main" id="{88C9604D-F44C-D052-D004-E7A27F9A8987}"/>
              </a:ext>
            </a:extLst>
          </p:cNvPr>
          <p:cNvSpPr/>
          <p:nvPr userDrawn="1"/>
        </p:nvSpPr>
        <p:spPr>
          <a:xfrm>
            <a:off x="784803" y="6407009"/>
            <a:ext cx="10622394" cy="263806"/>
          </a:xfrm>
          <a:prstGeom prst="roundRect">
            <a:avLst>
              <a:gd name="adj" fmla="val 50000"/>
            </a:avLst>
          </a:prstGeom>
          <a:solidFill>
            <a:srgbClr val="0F4B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506">
              <a:solidFill>
                <a:schemeClr val="lt1"/>
              </a:solidFill>
              <a:latin typeface="Arial"/>
              <a:ea typeface="Arial"/>
              <a:cs typeface="Arial"/>
              <a:sym typeface="Arial"/>
            </a:endParaRPr>
          </a:p>
        </p:txBody>
      </p:sp>
      <p:sp>
        <p:nvSpPr>
          <p:cNvPr id="2" name="Title 1">
            <a:extLst>
              <a:ext uri="{FF2B5EF4-FFF2-40B4-BE49-F238E27FC236}">
                <a16:creationId xmlns:a16="http://schemas.microsoft.com/office/drawing/2014/main" id="{4543CD13-78B9-0CC5-B5B2-EA2A89B30A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3BE8DD-8BB4-96EF-519C-042B326991B6}"/>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1A9A492-401F-7730-9A76-E4CCE7048EC6}"/>
              </a:ext>
            </a:extLst>
          </p:cNvPr>
          <p:cNvSpPr>
            <a:spLocks noGrp="1"/>
          </p:cNvSpPr>
          <p:nvPr>
            <p:ph type="ftr" sz="quarter" idx="11"/>
          </p:nvPr>
        </p:nvSpPr>
        <p:spPr/>
        <p:txBody>
          <a:bodyPr/>
          <a:lstStyle>
            <a:lvl1pPr>
              <a:defRPr>
                <a:solidFill>
                  <a:schemeClr val="bg1"/>
                </a:solidFill>
              </a:defRPr>
            </a:lvl1pPr>
          </a:lstStyle>
          <a:p>
            <a:r>
              <a:rPr lang="en-US"/>
              <a:t>Weed Management Design Solution</a:t>
            </a:r>
          </a:p>
        </p:txBody>
      </p:sp>
      <p:sp>
        <p:nvSpPr>
          <p:cNvPr id="5" name="Slide Number Placeholder 4">
            <a:extLst>
              <a:ext uri="{FF2B5EF4-FFF2-40B4-BE49-F238E27FC236}">
                <a16:creationId xmlns:a16="http://schemas.microsoft.com/office/drawing/2014/main" id="{6DD111E5-10CF-81AF-D960-1C48A866CFE3}"/>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1664552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41" name="Google Shape;1132;p49">
            <a:extLst>
              <a:ext uri="{FF2B5EF4-FFF2-40B4-BE49-F238E27FC236}">
                <a16:creationId xmlns:a16="http://schemas.microsoft.com/office/drawing/2014/main" id="{A8071B02-31DD-ED4E-51FF-0A9339207553}"/>
              </a:ext>
            </a:extLst>
          </p:cNvPr>
          <p:cNvGrpSpPr/>
          <p:nvPr userDrawn="1"/>
        </p:nvGrpSpPr>
        <p:grpSpPr>
          <a:xfrm>
            <a:off x="0" y="5414765"/>
            <a:ext cx="12200815" cy="1454524"/>
            <a:chOff x="342900" y="10693400"/>
            <a:chExt cx="23701375" cy="2825750"/>
          </a:xfrm>
        </p:grpSpPr>
        <p:sp>
          <p:nvSpPr>
            <p:cNvPr id="42" name="Google Shape;1133;p49">
              <a:extLst>
                <a:ext uri="{FF2B5EF4-FFF2-40B4-BE49-F238E27FC236}">
                  <a16:creationId xmlns:a16="http://schemas.microsoft.com/office/drawing/2014/main" id="{8ADF8BE3-4FA6-E8A3-E326-1C984AA1D793}"/>
                </a:ext>
              </a:extLst>
            </p:cNvPr>
            <p:cNvSpPr/>
            <p:nvPr/>
          </p:nvSpPr>
          <p:spPr>
            <a:xfrm>
              <a:off x="23622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3" name="Google Shape;1134;p49">
              <a:extLst>
                <a:ext uri="{FF2B5EF4-FFF2-40B4-BE49-F238E27FC236}">
                  <a16:creationId xmlns:a16="http://schemas.microsoft.com/office/drawing/2014/main" id="{60C0AFB4-991F-8190-F0A1-2E18B084DFEF}"/>
                </a:ext>
              </a:extLst>
            </p:cNvPr>
            <p:cNvSpPr/>
            <p:nvPr/>
          </p:nvSpPr>
          <p:spPr>
            <a:xfrm>
              <a:off x="2356032" y="13062132"/>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4" name="Google Shape;1135;p49">
              <a:extLst>
                <a:ext uri="{FF2B5EF4-FFF2-40B4-BE49-F238E27FC236}">
                  <a16:creationId xmlns:a16="http://schemas.microsoft.com/office/drawing/2014/main" id="{25F3164C-7E9F-5427-E44C-546DE5812BD8}"/>
                </a:ext>
              </a:extLst>
            </p:cNvPr>
            <p:cNvSpPr/>
            <p:nvPr/>
          </p:nvSpPr>
          <p:spPr>
            <a:xfrm>
              <a:off x="28067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5" name="Google Shape;1136;p49">
              <a:extLst>
                <a:ext uri="{FF2B5EF4-FFF2-40B4-BE49-F238E27FC236}">
                  <a16:creationId xmlns:a16="http://schemas.microsoft.com/office/drawing/2014/main" id="{237A223F-BEDA-7E71-8F71-D8D74A15A83B}"/>
                </a:ext>
              </a:extLst>
            </p:cNvPr>
            <p:cNvSpPr/>
            <p:nvPr/>
          </p:nvSpPr>
          <p:spPr>
            <a:xfrm>
              <a:off x="28067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6" name="Google Shape;1137;p49">
              <a:extLst>
                <a:ext uri="{FF2B5EF4-FFF2-40B4-BE49-F238E27FC236}">
                  <a16:creationId xmlns:a16="http://schemas.microsoft.com/office/drawing/2014/main" id="{956D3770-C8D7-C936-BEAB-F32378350D84}"/>
                </a:ext>
              </a:extLst>
            </p:cNvPr>
            <p:cNvSpPr/>
            <p:nvPr/>
          </p:nvSpPr>
          <p:spPr>
            <a:xfrm>
              <a:off x="32639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7" name="Google Shape;1138;p49">
              <a:extLst>
                <a:ext uri="{FF2B5EF4-FFF2-40B4-BE49-F238E27FC236}">
                  <a16:creationId xmlns:a16="http://schemas.microsoft.com/office/drawing/2014/main" id="{941172BE-58A1-0FA4-37C2-2BA2009B4BEC}"/>
                </a:ext>
              </a:extLst>
            </p:cNvPr>
            <p:cNvSpPr/>
            <p:nvPr/>
          </p:nvSpPr>
          <p:spPr>
            <a:xfrm>
              <a:off x="6424613" y="10693400"/>
              <a:ext cx="452437"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bg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8" name="Google Shape;1139;p49">
              <a:extLst>
                <a:ext uri="{FF2B5EF4-FFF2-40B4-BE49-F238E27FC236}">
                  <a16:creationId xmlns:a16="http://schemas.microsoft.com/office/drawing/2014/main" id="{ACC6F9DB-0E3B-8FA3-2906-571E5353B918}"/>
                </a:ext>
              </a:extLst>
            </p:cNvPr>
            <p:cNvSpPr/>
            <p:nvPr/>
          </p:nvSpPr>
          <p:spPr>
            <a:xfrm>
              <a:off x="10490200" y="116332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49" name="Google Shape;1140;p49">
              <a:extLst>
                <a:ext uri="{FF2B5EF4-FFF2-40B4-BE49-F238E27FC236}">
                  <a16:creationId xmlns:a16="http://schemas.microsoft.com/office/drawing/2014/main" id="{DE3C878F-7CF5-31CF-D76B-7CB7E59E5790}"/>
                </a:ext>
              </a:extLst>
            </p:cNvPr>
            <p:cNvSpPr/>
            <p:nvPr/>
          </p:nvSpPr>
          <p:spPr>
            <a:xfrm>
              <a:off x="104902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0" name="Google Shape;1141;p49">
              <a:extLst>
                <a:ext uri="{FF2B5EF4-FFF2-40B4-BE49-F238E27FC236}">
                  <a16:creationId xmlns:a16="http://schemas.microsoft.com/office/drawing/2014/main" id="{AFA3202B-B5A2-D883-38E7-6971A21CBEDF}"/>
                </a:ext>
              </a:extLst>
            </p:cNvPr>
            <p:cNvSpPr/>
            <p:nvPr/>
          </p:nvSpPr>
          <p:spPr>
            <a:xfrm>
              <a:off x="145669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1" name="Google Shape;1142;p49">
              <a:extLst>
                <a:ext uri="{FF2B5EF4-FFF2-40B4-BE49-F238E27FC236}">
                  <a16:creationId xmlns:a16="http://schemas.microsoft.com/office/drawing/2014/main" id="{75F0962C-C9EF-C86B-69E7-1528FF917413}"/>
                </a:ext>
              </a:extLst>
            </p:cNvPr>
            <p:cNvSpPr/>
            <p:nvPr/>
          </p:nvSpPr>
          <p:spPr>
            <a:xfrm>
              <a:off x="129413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2" name="Google Shape;1143;p49">
              <a:extLst>
                <a:ext uri="{FF2B5EF4-FFF2-40B4-BE49-F238E27FC236}">
                  <a16:creationId xmlns:a16="http://schemas.microsoft.com/office/drawing/2014/main" id="{2985B53D-BB12-ABFE-45A2-88128550247A}"/>
                </a:ext>
              </a:extLst>
            </p:cNvPr>
            <p:cNvSpPr/>
            <p:nvPr/>
          </p:nvSpPr>
          <p:spPr>
            <a:xfrm>
              <a:off x="154686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3" name="Google Shape;1144;p49">
              <a:extLst>
                <a:ext uri="{FF2B5EF4-FFF2-40B4-BE49-F238E27FC236}">
                  <a16:creationId xmlns:a16="http://schemas.microsoft.com/office/drawing/2014/main" id="{DE07ADF6-D081-E374-A47F-FB387D82ADE7}"/>
                </a:ext>
              </a:extLst>
            </p:cNvPr>
            <p:cNvSpPr/>
            <p:nvPr/>
          </p:nvSpPr>
          <p:spPr>
            <a:xfrm>
              <a:off x="154686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4" name="Google Shape;1145;p49">
              <a:extLst>
                <a:ext uri="{FF2B5EF4-FFF2-40B4-BE49-F238E27FC236}">
                  <a16:creationId xmlns:a16="http://schemas.microsoft.com/office/drawing/2014/main" id="{AB139156-302A-557E-C4E2-B94C18B616B2}"/>
                </a:ext>
              </a:extLst>
            </p:cNvPr>
            <p:cNvSpPr/>
            <p:nvPr/>
          </p:nvSpPr>
          <p:spPr>
            <a:xfrm>
              <a:off x="154686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5" name="Google Shape;1146;p49">
              <a:extLst>
                <a:ext uri="{FF2B5EF4-FFF2-40B4-BE49-F238E27FC236}">
                  <a16:creationId xmlns:a16="http://schemas.microsoft.com/office/drawing/2014/main" id="{38DE2493-F0D3-68F6-1E74-CD4F4CECC871}"/>
                </a:ext>
              </a:extLst>
            </p:cNvPr>
            <p:cNvSpPr/>
            <p:nvPr/>
          </p:nvSpPr>
          <p:spPr>
            <a:xfrm>
              <a:off x="159131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6" name="Google Shape;1147;p49">
              <a:extLst>
                <a:ext uri="{FF2B5EF4-FFF2-40B4-BE49-F238E27FC236}">
                  <a16:creationId xmlns:a16="http://schemas.microsoft.com/office/drawing/2014/main" id="{B699E288-D728-D088-2FE2-C558AF1CA7C5}"/>
                </a:ext>
              </a:extLst>
            </p:cNvPr>
            <p:cNvSpPr/>
            <p:nvPr/>
          </p:nvSpPr>
          <p:spPr>
            <a:xfrm>
              <a:off x="159131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7" name="Google Shape;1148;p49">
              <a:extLst>
                <a:ext uri="{FF2B5EF4-FFF2-40B4-BE49-F238E27FC236}">
                  <a16:creationId xmlns:a16="http://schemas.microsoft.com/office/drawing/2014/main" id="{69975B91-258B-2DDB-5D17-2D78C1CFB981}"/>
                </a:ext>
              </a:extLst>
            </p:cNvPr>
            <p:cNvSpPr/>
            <p:nvPr/>
          </p:nvSpPr>
          <p:spPr>
            <a:xfrm>
              <a:off x="163703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8" name="Google Shape;1149;p49">
              <a:extLst>
                <a:ext uri="{FF2B5EF4-FFF2-40B4-BE49-F238E27FC236}">
                  <a16:creationId xmlns:a16="http://schemas.microsoft.com/office/drawing/2014/main" id="{40DB59BB-0FDA-24AF-BCCC-D49BC4C25000}"/>
                </a:ext>
              </a:extLst>
            </p:cNvPr>
            <p:cNvSpPr/>
            <p:nvPr/>
          </p:nvSpPr>
          <p:spPr>
            <a:xfrm>
              <a:off x="168148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59" name="Google Shape;1150;p49">
              <a:extLst>
                <a:ext uri="{FF2B5EF4-FFF2-40B4-BE49-F238E27FC236}">
                  <a16:creationId xmlns:a16="http://schemas.microsoft.com/office/drawing/2014/main" id="{B770CFED-EE17-370F-F91B-0FA9A10C3EBD}"/>
                </a:ext>
              </a:extLst>
            </p:cNvPr>
            <p:cNvSpPr/>
            <p:nvPr/>
          </p:nvSpPr>
          <p:spPr>
            <a:xfrm>
              <a:off x="17265831"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0" name="Google Shape;1151;p49">
              <a:extLst>
                <a:ext uri="{FF2B5EF4-FFF2-40B4-BE49-F238E27FC236}">
                  <a16:creationId xmlns:a16="http://schemas.microsoft.com/office/drawing/2014/main" id="{9D0DCEC1-8BFA-DD10-4A50-D09D91206509}"/>
                </a:ext>
              </a:extLst>
            </p:cNvPr>
            <p:cNvSpPr/>
            <p:nvPr/>
          </p:nvSpPr>
          <p:spPr>
            <a:xfrm>
              <a:off x="17265831"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1" name="Google Shape;1152;p49">
              <a:extLst>
                <a:ext uri="{FF2B5EF4-FFF2-40B4-BE49-F238E27FC236}">
                  <a16:creationId xmlns:a16="http://schemas.microsoft.com/office/drawing/2014/main" id="{48CD606A-61C2-FCD2-EDD8-67632B49E109}"/>
                </a:ext>
              </a:extLst>
            </p:cNvPr>
            <p:cNvSpPr/>
            <p:nvPr/>
          </p:nvSpPr>
          <p:spPr>
            <a:xfrm>
              <a:off x="204343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2" name="Google Shape;1153;p49">
              <a:extLst>
                <a:ext uri="{FF2B5EF4-FFF2-40B4-BE49-F238E27FC236}">
                  <a16:creationId xmlns:a16="http://schemas.microsoft.com/office/drawing/2014/main" id="{D71B8662-6C09-C20F-50E8-166805BE6810}"/>
                </a:ext>
              </a:extLst>
            </p:cNvPr>
            <p:cNvSpPr/>
            <p:nvPr/>
          </p:nvSpPr>
          <p:spPr>
            <a:xfrm>
              <a:off x="204343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3" name="Google Shape;1154;p49">
              <a:extLst>
                <a:ext uri="{FF2B5EF4-FFF2-40B4-BE49-F238E27FC236}">
                  <a16:creationId xmlns:a16="http://schemas.microsoft.com/office/drawing/2014/main" id="{8329E753-FE49-31AD-6D0E-EFE70C6C7357}"/>
                </a:ext>
              </a:extLst>
            </p:cNvPr>
            <p:cNvSpPr/>
            <p:nvPr/>
          </p:nvSpPr>
          <p:spPr>
            <a:xfrm>
              <a:off x="208915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4" name="Google Shape;1155;p49">
              <a:extLst>
                <a:ext uri="{FF2B5EF4-FFF2-40B4-BE49-F238E27FC236}">
                  <a16:creationId xmlns:a16="http://schemas.microsoft.com/office/drawing/2014/main" id="{0BCE1523-FAC7-20BF-BC75-A616C2325CFA}"/>
                </a:ext>
              </a:extLst>
            </p:cNvPr>
            <p:cNvSpPr/>
            <p:nvPr/>
          </p:nvSpPr>
          <p:spPr>
            <a:xfrm>
              <a:off x="213360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5" name="Google Shape;1156;p49">
              <a:extLst>
                <a:ext uri="{FF2B5EF4-FFF2-40B4-BE49-F238E27FC236}">
                  <a16:creationId xmlns:a16="http://schemas.microsoft.com/office/drawing/2014/main" id="{268A2762-1A57-A348-B02F-D9C99AD33E40}"/>
                </a:ext>
              </a:extLst>
            </p:cNvPr>
            <p:cNvSpPr/>
            <p:nvPr/>
          </p:nvSpPr>
          <p:spPr>
            <a:xfrm>
              <a:off x="217932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6" name="Google Shape;1157;p49">
              <a:extLst>
                <a:ext uri="{FF2B5EF4-FFF2-40B4-BE49-F238E27FC236}">
                  <a16:creationId xmlns:a16="http://schemas.microsoft.com/office/drawing/2014/main" id="{D8255577-9B95-3E52-BD8E-5AC5A3900D50}"/>
                </a:ext>
              </a:extLst>
            </p:cNvPr>
            <p:cNvSpPr/>
            <p:nvPr/>
          </p:nvSpPr>
          <p:spPr>
            <a:xfrm>
              <a:off x="217932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7" name="Google Shape;1158;p49">
              <a:extLst>
                <a:ext uri="{FF2B5EF4-FFF2-40B4-BE49-F238E27FC236}">
                  <a16:creationId xmlns:a16="http://schemas.microsoft.com/office/drawing/2014/main" id="{3F73D522-B5A1-2970-F07A-6255C4ECB9C1}"/>
                </a:ext>
              </a:extLst>
            </p:cNvPr>
            <p:cNvSpPr/>
            <p:nvPr/>
          </p:nvSpPr>
          <p:spPr>
            <a:xfrm>
              <a:off x="226949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8" name="Google Shape;1159;p49">
              <a:extLst>
                <a:ext uri="{FF2B5EF4-FFF2-40B4-BE49-F238E27FC236}">
                  <a16:creationId xmlns:a16="http://schemas.microsoft.com/office/drawing/2014/main" id="{30C01C97-F5E5-2F0F-A405-C98662233016}"/>
                </a:ext>
              </a:extLst>
            </p:cNvPr>
            <p:cNvSpPr/>
            <p:nvPr/>
          </p:nvSpPr>
          <p:spPr>
            <a:xfrm>
              <a:off x="226949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69" name="Google Shape;1160;p49">
              <a:extLst>
                <a:ext uri="{FF2B5EF4-FFF2-40B4-BE49-F238E27FC236}">
                  <a16:creationId xmlns:a16="http://schemas.microsoft.com/office/drawing/2014/main" id="{75D64287-CA2F-8C55-AD45-058D623BA210}"/>
                </a:ext>
              </a:extLst>
            </p:cNvPr>
            <p:cNvSpPr/>
            <p:nvPr/>
          </p:nvSpPr>
          <p:spPr>
            <a:xfrm>
              <a:off x="226949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70" name="Google Shape;1161;p49">
              <a:extLst>
                <a:ext uri="{FF2B5EF4-FFF2-40B4-BE49-F238E27FC236}">
                  <a16:creationId xmlns:a16="http://schemas.microsoft.com/office/drawing/2014/main" id="{3DEFAC67-8E5F-0F69-F21A-D7E7522BC5C3}"/>
                </a:ext>
              </a:extLst>
            </p:cNvPr>
            <p:cNvSpPr/>
            <p:nvPr/>
          </p:nvSpPr>
          <p:spPr>
            <a:xfrm>
              <a:off x="231521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71" name="Google Shape;1162;p49">
              <a:extLst>
                <a:ext uri="{FF2B5EF4-FFF2-40B4-BE49-F238E27FC236}">
                  <a16:creationId xmlns:a16="http://schemas.microsoft.com/office/drawing/2014/main" id="{B535D7C8-5B5D-A512-95BF-ABA0C8AB104F}"/>
                </a:ext>
              </a:extLst>
            </p:cNvPr>
            <p:cNvSpPr/>
            <p:nvPr/>
          </p:nvSpPr>
          <p:spPr>
            <a:xfrm>
              <a:off x="231521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72" name="Google Shape;1163;p49">
              <a:extLst>
                <a:ext uri="{FF2B5EF4-FFF2-40B4-BE49-F238E27FC236}">
                  <a16:creationId xmlns:a16="http://schemas.microsoft.com/office/drawing/2014/main" id="{26198456-D227-9075-D763-78DEC44CCAC5}"/>
                </a:ext>
              </a:extLst>
            </p:cNvPr>
            <p:cNvSpPr/>
            <p:nvPr/>
          </p:nvSpPr>
          <p:spPr>
            <a:xfrm>
              <a:off x="23596600" y="12166600"/>
              <a:ext cx="447675"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73" name="Google Shape;1164;p49">
              <a:extLst>
                <a:ext uri="{FF2B5EF4-FFF2-40B4-BE49-F238E27FC236}">
                  <a16:creationId xmlns:a16="http://schemas.microsoft.com/office/drawing/2014/main" id="{37B309AA-7EFB-E710-6E6E-E418A9EFA26A}"/>
                </a:ext>
              </a:extLst>
            </p:cNvPr>
            <p:cNvSpPr/>
            <p:nvPr/>
          </p:nvSpPr>
          <p:spPr>
            <a:xfrm>
              <a:off x="13335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74" name="Google Shape;1165;p49">
              <a:extLst>
                <a:ext uri="{FF2B5EF4-FFF2-40B4-BE49-F238E27FC236}">
                  <a16:creationId xmlns:a16="http://schemas.microsoft.com/office/drawing/2014/main" id="{B28EEB87-D5EF-991F-DA44-ACF0AEB05CB2}"/>
                </a:ext>
              </a:extLst>
            </p:cNvPr>
            <p:cNvSpPr/>
            <p:nvPr/>
          </p:nvSpPr>
          <p:spPr>
            <a:xfrm>
              <a:off x="342900" y="121666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75" name="Google Shape;1166;p49">
              <a:extLst>
                <a:ext uri="{FF2B5EF4-FFF2-40B4-BE49-F238E27FC236}">
                  <a16:creationId xmlns:a16="http://schemas.microsoft.com/office/drawing/2014/main" id="{78B10B34-C74C-6E47-2CAC-458CC09C9423}"/>
                </a:ext>
              </a:extLst>
            </p:cNvPr>
            <p:cNvSpPr/>
            <p:nvPr/>
          </p:nvSpPr>
          <p:spPr>
            <a:xfrm>
              <a:off x="76835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93434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4B25-5073-75D6-E633-F2E0B85E41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20FD37-FACD-C9DE-7F87-99FC00900E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674745-B87D-8354-8020-A01D7CBA1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0BE14C-0946-240E-1F6C-A59F665B1FE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E92FFE6-541E-415C-9997-ACF90E49FAA5}"/>
              </a:ext>
            </a:extLst>
          </p:cNvPr>
          <p:cNvSpPr>
            <a:spLocks noGrp="1"/>
          </p:cNvSpPr>
          <p:nvPr>
            <p:ph type="ftr" sz="quarter" idx="11"/>
          </p:nvPr>
        </p:nvSpPr>
        <p:spPr/>
        <p:txBody>
          <a:bodyPr/>
          <a:lstStyle/>
          <a:p>
            <a:r>
              <a:rPr lang="en-US"/>
              <a:t>KEY OF SUCCESS FOR IITC001</a:t>
            </a:r>
          </a:p>
        </p:txBody>
      </p:sp>
      <p:sp>
        <p:nvSpPr>
          <p:cNvPr id="7" name="Slide Number Placeholder 6">
            <a:extLst>
              <a:ext uri="{FF2B5EF4-FFF2-40B4-BE49-F238E27FC236}">
                <a16:creationId xmlns:a16="http://schemas.microsoft.com/office/drawing/2014/main" id="{79BA08F0-5B5B-0AAC-65CC-18C5B8D1631C}"/>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4176048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E8157-21B9-4512-F883-2E1C4A4A2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18C980-294C-7314-E27F-ABF71FA055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D29F27-C5E5-17D5-5F62-87FB70EB3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C8674-5B85-71F4-A780-C1775F3B3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FC40F04-4E3C-9080-2A27-E2F7E4BD155F}"/>
              </a:ext>
            </a:extLst>
          </p:cNvPr>
          <p:cNvSpPr>
            <a:spLocks noGrp="1"/>
          </p:cNvSpPr>
          <p:nvPr>
            <p:ph type="ftr" sz="quarter" idx="11"/>
          </p:nvPr>
        </p:nvSpPr>
        <p:spPr/>
        <p:txBody>
          <a:bodyPr/>
          <a:lstStyle/>
          <a:p>
            <a:r>
              <a:rPr lang="en-US"/>
              <a:t>KEY OF SUCCESS FOR IITC001</a:t>
            </a:r>
          </a:p>
        </p:txBody>
      </p:sp>
      <p:sp>
        <p:nvSpPr>
          <p:cNvPr id="7" name="Slide Number Placeholder 6">
            <a:extLst>
              <a:ext uri="{FF2B5EF4-FFF2-40B4-BE49-F238E27FC236}">
                <a16:creationId xmlns:a16="http://schemas.microsoft.com/office/drawing/2014/main" id="{61C45668-BB95-F6EE-16FC-FA95A6595A21}"/>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1447855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A6CD6-38C8-11A1-27E6-4C388D39F9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DE6AF5-BFA0-E6B0-D188-A2629C10FE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5100A-6FA2-3F56-40EB-E4BDF3293F5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E2AD965-69A1-D449-2D3B-4644770E3E44}"/>
              </a:ext>
            </a:extLst>
          </p:cNvPr>
          <p:cNvSpPr>
            <a:spLocks noGrp="1"/>
          </p:cNvSpPr>
          <p:nvPr>
            <p:ph type="ftr" sz="quarter" idx="11"/>
          </p:nvPr>
        </p:nvSpPr>
        <p:spPr/>
        <p:txBody>
          <a:bodyPr/>
          <a:lstStyle/>
          <a:p>
            <a:r>
              <a:rPr lang="en-US"/>
              <a:t>KEY OF SUCCESS FOR IITC001</a:t>
            </a:r>
          </a:p>
        </p:txBody>
      </p:sp>
      <p:sp>
        <p:nvSpPr>
          <p:cNvPr id="6" name="Slide Number Placeholder 5">
            <a:extLst>
              <a:ext uri="{FF2B5EF4-FFF2-40B4-BE49-F238E27FC236}">
                <a16:creationId xmlns:a16="http://schemas.microsoft.com/office/drawing/2014/main" id="{0ADEBC40-64EF-22D5-DB8B-44880D81A0EB}"/>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3266493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3AEA76-7775-5D96-30C2-B9BC3A3D3E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22A31D-DBE9-FADD-485C-EA89AE690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D5DF4B-DC8E-EB38-2129-E6BC10D9C7A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F58BF0D-C8C7-C6CE-8CF3-7FDC337BBEAA}"/>
              </a:ext>
            </a:extLst>
          </p:cNvPr>
          <p:cNvSpPr>
            <a:spLocks noGrp="1"/>
          </p:cNvSpPr>
          <p:nvPr>
            <p:ph type="ftr" sz="quarter" idx="11"/>
          </p:nvPr>
        </p:nvSpPr>
        <p:spPr/>
        <p:txBody>
          <a:bodyPr/>
          <a:lstStyle/>
          <a:p>
            <a:r>
              <a:rPr lang="en-US"/>
              <a:t>KEY OF SUCCESS FOR IITC001</a:t>
            </a:r>
          </a:p>
        </p:txBody>
      </p:sp>
      <p:sp>
        <p:nvSpPr>
          <p:cNvPr id="6" name="Slide Number Placeholder 5">
            <a:extLst>
              <a:ext uri="{FF2B5EF4-FFF2-40B4-BE49-F238E27FC236}">
                <a16:creationId xmlns:a16="http://schemas.microsoft.com/office/drawing/2014/main" id="{9B22100F-35F0-A9D9-04D0-62080B288442}"/>
              </a:ext>
            </a:extLst>
          </p:cNvPr>
          <p:cNvSpPr>
            <a:spLocks noGrp="1"/>
          </p:cNvSpPr>
          <p:nvPr>
            <p:ph type="sldNum" sz="quarter" idx="12"/>
          </p:nvPr>
        </p:nvSpPr>
        <p:spPr/>
        <p:txBody>
          <a:bodyPr/>
          <a:lstStyle/>
          <a:p>
            <a:fld id="{7DD9BE21-6794-C54F-A199-E662B31FCF79}" type="slidenum">
              <a:rPr lang="en-US" smtClean="0"/>
              <a:t>‹#›</a:t>
            </a:fld>
            <a:endParaRPr lang="en-US"/>
          </a:p>
        </p:txBody>
      </p:sp>
    </p:spTree>
    <p:extLst>
      <p:ext uri="{BB962C8B-B14F-4D97-AF65-F5344CB8AC3E}">
        <p14:creationId xmlns:p14="http://schemas.microsoft.com/office/powerpoint/2010/main" val="348833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itle and text 2 column">
  <p:cSld name="3_Title and text 2 column">
    <p:bg>
      <p:bgPr>
        <a:solidFill>
          <a:srgbClr val="0F4BEA"/>
        </a:solidFill>
        <a:effectLst/>
      </p:bgPr>
    </p:bg>
    <p:spTree>
      <p:nvGrpSpPr>
        <p:cNvPr id="1" name="Shape 1131"/>
        <p:cNvGrpSpPr/>
        <p:nvPr/>
      </p:nvGrpSpPr>
      <p:grpSpPr>
        <a:xfrm>
          <a:off x="0" y="0"/>
          <a:ext cx="0" cy="0"/>
          <a:chOff x="0" y="0"/>
          <a:chExt cx="0" cy="0"/>
        </a:xfrm>
      </p:grpSpPr>
      <p:grpSp>
        <p:nvGrpSpPr>
          <p:cNvPr id="1132" name="Google Shape;1132;p49"/>
          <p:cNvGrpSpPr/>
          <p:nvPr/>
        </p:nvGrpSpPr>
        <p:grpSpPr>
          <a:xfrm>
            <a:off x="-8021" y="5406659"/>
            <a:ext cx="12200815" cy="1454524"/>
            <a:chOff x="342900" y="10693400"/>
            <a:chExt cx="23701375" cy="2825750"/>
          </a:xfrm>
        </p:grpSpPr>
        <p:sp>
          <p:nvSpPr>
            <p:cNvPr id="1133" name="Google Shape;1133;p49"/>
            <p:cNvSpPr/>
            <p:nvPr/>
          </p:nvSpPr>
          <p:spPr>
            <a:xfrm>
              <a:off x="23622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34" name="Google Shape;1134;p49"/>
            <p:cNvSpPr/>
            <p:nvPr/>
          </p:nvSpPr>
          <p:spPr>
            <a:xfrm>
              <a:off x="2356032" y="13062132"/>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35" name="Google Shape;1135;p49"/>
            <p:cNvSpPr/>
            <p:nvPr/>
          </p:nvSpPr>
          <p:spPr>
            <a:xfrm>
              <a:off x="28067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36" name="Google Shape;1136;p49"/>
            <p:cNvSpPr/>
            <p:nvPr/>
          </p:nvSpPr>
          <p:spPr>
            <a:xfrm>
              <a:off x="28067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37" name="Google Shape;1137;p49"/>
            <p:cNvSpPr/>
            <p:nvPr/>
          </p:nvSpPr>
          <p:spPr>
            <a:xfrm>
              <a:off x="32639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38" name="Google Shape;1138;p49"/>
            <p:cNvSpPr/>
            <p:nvPr/>
          </p:nvSpPr>
          <p:spPr>
            <a:xfrm>
              <a:off x="6424613" y="10693400"/>
              <a:ext cx="452437"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39" name="Google Shape;1139;p49"/>
            <p:cNvSpPr/>
            <p:nvPr/>
          </p:nvSpPr>
          <p:spPr>
            <a:xfrm>
              <a:off x="10490200" y="116332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0" name="Google Shape;1140;p49"/>
            <p:cNvSpPr/>
            <p:nvPr/>
          </p:nvSpPr>
          <p:spPr>
            <a:xfrm>
              <a:off x="104902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1" name="Google Shape;1141;p49"/>
            <p:cNvSpPr/>
            <p:nvPr/>
          </p:nvSpPr>
          <p:spPr>
            <a:xfrm>
              <a:off x="145669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2" name="Google Shape;1142;p49"/>
            <p:cNvSpPr/>
            <p:nvPr/>
          </p:nvSpPr>
          <p:spPr>
            <a:xfrm>
              <a:off x="129413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3" name="Google Shape;1143;p49"/>
            <p:cNvSpPr/>
            <p:nvPr/>
          </p:nvSpPr>
          <p:spPr>
            <a:xfrm>
              <a:off x="154686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4" name="Google Shape;1144;p49"/>
            <p:cNvSpPr/>
            <p:nvPr/>
          </p:nvSpPr>
          <p:spPr>
            <a:xfrm>
              <a:off x="154686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5" name="Google Shape;1145;p49"/>
            <p:cNvSpPr/>
            <p:nvPr/>
          </p:nvSpPr>
          <p:spPr>
            <a:xfrm>
              <a:off x="154686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6" name="Google Shape;1146;p49"/>
            <p:cNvSpPr/>
            <p:nvPr/>
          </p:nvSpPr>
          <p:spPr>
            <a:xfrm>
              <a:off x="159131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7" name="Google Shape;1147;p49"/>
            <p:cNvSpPr/>
            <p:nvPr/>
          </p:nvSpPr>
          <p:spPr>
            <a:xfrm>
              <a:off x="159131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8" name="Google Shape;1148;p49"/>
            <p:cNvSpPr/>
            <p:nvPr/>
          </p:nvSpPr>
          <p:spPr>
            <a:xfrm>
              <a:off x="163703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49" name="Google Shape;1149;p49"/>
            <p:cNvSpPr/>
            <p:nvPr/>
          </p:nvSpPr>
          <p:spPr>
            <a:xfrm>
              <a:off x="168148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0" name="Google Shape;1150;p49"/>
            <p:cNvSpPr/>
            <p:nvPr/>
          </p:nvSpPr>
          <p:spPr>
            <a:xfrm>
              <a:off x="17265831"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1" name="Google Shape;1151;p49"/>
            <p:cNvSpPr/>
            <p:nvPr/>
          </p:nvSpPr>
          <p:spPr>
            <a:xfrm>
              <a:off x="17265831"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2" name="Google Shape;1152;p49"/>
            <p:cNvSpPr/>
            <p:nvPr/>
          </p:nvSpPr>
          <p:spPr>
            <a:xfrm>
              <a:off x="204343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3" name="Google Shape;1153;p49"/>
            <p:cNvSpPr/>
            <p:nvPr/>
          </p:nvSpPr>
          <p:spPr>
            <a:xfrm>
              <a:off x="204343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4" name="Google Shape;1154;p49"/>
            <p:cNvSpPr/>
            <p:nvPr/>
          </p:nvSpPr>
          <p:spPr>
            <a:xfrm>
              <a:off x="208915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5" name="Google Shape;1155;p49"/>
            <p:cNvSpPr/>
            <p:nvPr/>
          </p:nvSpPr>
          <p:spPr>
            <a:xfrm>
              <a:off x="213360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6" name="Google Shape;1156;p49"/>
            <p:cNvSpPr/>
            <p:nvPr/>
          </p:nvSpPr>
          <p:spPr>
            <a:xfrm>
              <a:off x="217932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7" name="Google Shape;1157;p49"/>
            <p:cNvSpPr/>
            <p:nvPr/>
          </p:nvSpPr>
          <p:spPr>
            <a:xfrm>
              <a:off x="217932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8" name="Google Shape;1158;p49"/>
            <p:cNvSpPr/>
            <p:nvPr/>
          </p:nvSpPr>
          <p:spPr>
            <a:xfrm>
              <a:off x="226949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59" name="Google Shape;1159;p49"/>
            <p:cNvSpPr/>
            <p:nvPr/>
          </p:nvSpPr>
          <p:spPr>
            <a:xfrm>
              <a:off x="226949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0" name="Google Shape;1160;p49"/>
            <p:cNvSpPr/>
            <p:nvPr/>
          </p:nvSpPr>
          <p:spPr>
            <a:xfrm>
              <a:off x="22694900" y="130683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1" name="Google Shape;1161;p49"/>
            <p:cNvSpPr/>
            <p:nvPr/>
          </p:nvSpPr>
          <p:spPr>
            <a:xfrm>
              <a:off x="231521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2" name="Google Shape;1162;p49"/>
            <p:cNvSpPr/>
            <p:nvPr/>
          </p:nvSpPr>
          <p:spPr>
            <a:xfrm>
              <a:off x="23152100" y="126111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3" name="Google Shape;1163;p49"/>
            <p:cNvSpPr/>
            <p:nvPr/>
          </p:nvSpPr>
          <p:spPr>
            <a:xfrm>
              <a:off x="23596600" y="12166600"/>
              <a:ext cx="447675"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4" name="Google Shape;1164;p49"/>
            <p:cNvSpPr/>
            <p:nvPr/>
          </p:nvSpPr>
          <p:spPr>
            <a:xfrm>
              <a:off x="1333500" y="121666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5" name="Google Shape;1165;p49"/>
            <p:cNvSpPr/>
            <p:nvPr/>
          </p:nvSpPr>
          <p:spPr>
            <a:xfrm>
              <a:off x="342900" y="12166600"/>
              <a:ext cx="450850" cy="450850"/>
            </a:xfrm>
            <a:custGeom>
              <a:avLst/>
              <a:gdLst/>
              <a:ahLst/>
              <a:cxnLst/>
              <a:rect l="l" t="t" r="r" b="b"/>
              <a:pathLst>
                <a:path w="21600" h="21600" extrusionOk="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sp>
          <p:nvSpPr>
            <p:cNvPr id="1166" name="Google Shape;1166;p49"/>
            <p:cNvSpPr/>
            <p:nvPr/>
          </p:nvSpPr>
          <p:spPr>
            <a:xfrm>
              <a:off x="7683500" y="11709400"/>
              <a:ext cx="450850" cy="450850"/>
            </a:xfrm>
            <a:custGeom>
              <a:avLst/>
              <a:gdLst/>
              <a:ahLst/>
              <a:cxnLst/>
              <a:rect l="l" t="t" r="r" b="b"/>
              <a:pathLst>
                <a:path w="21600" h="21600" extrusionOk="0">
                  <a:moveTo>
                    <a:pt x="0" y="0"/>
                  </a:moveTo>
                  <a:lnTo>
                    <a:pt x="21600" y="0"/>
                  </a:lnTo>
                  <a:lnTo>
                    <a:pt x="21600" y="21600"/>
                  </a:lnTo>
                  <a:lnTo>
                    <a:pt x="0" y="21600"/>
                  </a:lnTo>
                  <a:cubicBezTo>
                    <a:pt x="0" y="21600"/>
                    <a:pt x="0" y="0"/>
                    <a:pt x="0" y="0"/>
                  </a:cubicBezTo>
                  <a:close/>
                  <a:moveTo>
                    <a:pt x="0" y="0"/>
                  </a:moveTo>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675">
                <a:solidFill>
                  <a:schemeClr val="dk1"/>
                </a:solidFill>
                <a:latin typeface="Arial"/>
                <a:ea typeface="Arial"/>
                <a:cs typeface="Arial"/>
                <a:sym typeface="Arial"/>
              </a:endParaRPr>
            </a:p>
          </p:txBody>
        </p:sp>
      </p:grpSp>
      <p:sp>
        <p:nvSpPr>
          <p:cNvPr id="1167" name="Google Shape;1167;p49"/>
          <p:cNvSpPr txBox="1">
            <a:spLocks noGrp="1"/>
          </p:cNvSpPr>
          <p:nvPr>
            <p:ph type="body" idx="1"/>
          </p:nvPr>
        </p:nvSpPr>
        <p:spPr>
          <a:xfrm>
            <a:off x="2061545" y="2013285"/>
            <a:ext cx="9537652" cy="3481735"/>
          </a:xfrm>
          <a:prstGeom prst="rect">
            <a:avLst/>
          </a:prstGeom>
          <a:noFill/>
          <a:ln>
            <a:noFill/>
          </a:ln>
        </p:spPr>
        <p:txBody>
          <a:bodyPr spcFirstLastPara="1" wrap="square" lIns="0" tIns="0" rIns="0" bIns="0" anchor="t" anchorCtr="0">
            <a:noAutofit/>
          </a:bodyPr>
          <a:lstStyle>
            <a:lvl1pPr marL="609585" lvl="0" indent="-304792" algn="l">
              <a:lnSpc>
                <a:spcPct val="100000"/>
              </a:lnSpc>
              <a:spcBef>
                <a:spcPts val="600"/>
              </a:spcBef>
              <a:spcAft>
                <a:spcPts val="0"/>
              </a:spcAft>
              <a:buClr>
                <a:schemeClr val="lt1"/>
              </a:buClr>
              <a:buSzPts val="2625"/>
              <a:buNone/>
              <a:defRPr sz="3500">
                <a:solidFill>
                  <a:schemeClr val="lt1"/>
                </a:solidFill>
              </a:defRPr>
            </a:lvl1pPr>
            <a:lvl2pPr marL="1219170" lvl="1" indent="-304792" algn="l">
              <a:lnSpc>
                <a:spcPct val="100000"/>
              </a:lnSpc>
              <a:spcBef>
                <a:spcPts val="600"/>
              </a:spcBef>
              <a:spcAft>
                <a:spcPts val="0"/>
              </a:spcAft>
              <a:buClr>
                <a:schemeClr val="lt1"/>
              </a:buClr>
              <a:buSzPts val="1500"/>
              <a:buFont typeface="Arial"/>
              <a:buNone/>
              <a:defRPr sz="2000">
                <a:solidFill>
                  <a:schemeClr val="lt1"/>
                </a:solidFill>
              </a:defRPr>
            </a:lvl2pPr>
            <a:lvl3pPr marL="1828754" lvl="2" indent="-431789" algn="l">
              <a:lnSpc>
                <a:spcPct val="100000"/>
              </a:lnSpc>
              <a:spcBef>
                <a:spcPts val="600"/>
              </a:spcBef>
              <a:spcAft>
                <a:spcPts val="0"/>
              </a:spcAft>
              <a:buClr>
                <a:schemeClr val="lt1"/>
              </a:buClr>
              <a:buSzPts val="1500"/>
              <a:buFont typeface="Arial"/>
              <a:buChar char="•"/>
              <a:defRPr sz="2000">
                <a:solidFill>
                  <a:schemeClr val="lt1"/>
                </a:solidFill>
              </a:defRPr>
            </a:lvl3pPr>
            <a:lvl4pPr marL="2438339" lvl="3" indent="-431789" algn="l">
              <a:lnSpc>
                <a:spcPct val="100000"/>
              </a:lnSpc>
              <a:spcBef>
                <a:spcPts val="600"/>
              </a:spcBef>
              <a:spcAft>
                <a:spcPts val="0"/>
              </a:spcAft>
              <a:buClr>
                <a:schemeClr val="lt1"/>
              </a:buClr>
              <a:buSzPts val="1500"/>
              <a:buFont typeface="Arial"/>
              <a:buChar char="–"/>
              <a:defRPr sz="2000">
                <a:solidFill>
                  <a:schemeClr val="lt1"/>
                </a:solidFill>
              </a:defRPr>
            </a:lvl4pPr>
            <a:lvl5pPr marL="3047924" lvl="4" indent="-431789" algn="l">
              <a:lnSpc>
                <a:spcPct val="100000"/>
              </a:lnSpc>
              <a:spcBef>
                <a:spcPts val="600"/>
              </a:spcBef>
              <a:spcAft>
                <a:spcPts val="0"/>
              </a:spcAft>
              <a:buClr>
                <a:schemeClr val="lt1"/>
              </a:buClr>
              <a:buSzPts val="1500"/>
              <a:buFont typeface="Arial"/>
              <a:buAutoNum type="arabicPeriod"/>
              <a:defRPr sz="2000">
                <a:solidFill>
                  <a:schemeClr val="lt1"/>
                </a:solidFill>
              </a:defRPr>
            </a:lvl5pPr>
            <a:lvl6pPr marL="3657509" lvl="5" indent="-457189" algn="l">
              <a:lnSpc>
                <a:spcPct val="90000"/>
              </a:lnSpc>
              <a:spcBef>
                <a:spcPts val="500"/>
              </a:spcBef>
              <a:spcAft>
                <a:spcPts val="0"/>
              </a:spcAft>
              <a:buClr>
                <a:schemeClr val="dk1"/>
              </a:buClr>
              <a:buSzPts val="1800"/>
              <a:buChar char="•"/>
              <a:defRPr/>
            </a:lvl6pPr>
            <a:lvl7pPr marL="4267093" lvl="6" indent="-457189" algn="l">
              <a:lnSpc>
                <a:spcPct val="90000"/>
              </a:lnSpc>
              <a:spcBef>
                <a:spcPts val="500"/>
              </a:spcBef>
              <a:spcAft>
                <a:spcPts val="0"/>
              </a:spcAft>
              <a:buClr>
                <a:schemeClr val="dk1"/>
              </a:buClr>
              <a:buSzPts val="1800"/>
              <a:buChar char="•"/>
              <a:defRPr/>
            </a:lvl7pPr>
            <a:lvl8pPr marL="4876678" lvl="7" indent="-457189" algn="l">
              <a:lnSpc>
                <a:spcPct val="90000"/>
              </a:lnSpc>
              <a:spcBef>
                <a:spcPts val="500"/>
              </a:spcBef>
              <a:spcAft>
                <a:spcPts val="0"/>
              </a:spcAft>
              <a:buClr>
                <a:schemeClr val="dk1"/>
              </a:buClr>
              <a:buSzPts val="1800"/>
              <a:buChar char="•"/>
              <a:defRPr/>
            </a:lvl8pPr>
            <a:lvl9pPr marL="5486263" lvl="8" indent="-457189"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91775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10">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82036A0-9C1A-0468-5464-F3F1D3862515}"/>
              </a:ext>
            </a:extLst>
          </p:cNvPr>
          <p:cNvSpPr>
            <a:spLocks noGrp="1"/>
          </p:cNvSpPr>
          <p:nvPr>
            <p:ph type="pic" idx="10" hasCustomPrompt="1"/>
          </p:nvPr>
        </p:nvSpPr>
        <p:spPr>
          <a:xfrm>
            <a:off x="7029714" y="0"/>
            <a:ext cx="5162286" cy="6869017"/>
          </a:xfrm>
          <a:custGeom>
            <a:avLst/>
            <a:gdLst>
              <a:gd name="connsiteX0" fmla="*/ 0 w 5168970"/>
              <a:gd name="connsiteY0" fmla="*/ 0 h 6858000"/>
              <a:gd name="connsiteX1" fmla="*/ 2402022 w 5168970"/>
              <a:gd name="connsiteY1" fmla="*/ 0 h 6858000"/>
              <a:gd name="connsiteX2" fmla="*/ 5168970 w 5168970"/>
              <a:gd name="connsiteY2" fmla="*/ 0 h 6858000"/>
              <a:gd name="connsiteX3" fmla="*/ 5168970 w 5168970"/>
              <a:gd name="connsiteY3" fmla="*/ 6858000 h 6858000"/>
              <a:gd name="connsiteX4" fmla="*/ 2402022 w 5168970"/>
              <a:gd name="connsiteY4" fmla="*/ 6858000 h 6858000"/>
              <a:gd name="connsiteX5" fmla="*/ 2386664 w 5168970"/>
              <a:gd name="connsiteY5" fmla="*/ 6858000 h 6858000"/>
              <a:gd name="connsiteX6" fmla="*/ 2386664 w 5168970"/>
              <a:gd name="connsiteY6" fmla="*/ 68141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8970" h="6858000">
                <a:moveTo>
                  <a:pt x="0" y="0"/>
                </a:moveTo>
                <a:lnTo>
                  <a:pt x="2402022" y="0"/>
                </a:lnTo>
                <a:lnTo>
                  <a:pt x="5168970" y="0"/>
                </a:lnTo>
                <a:lnTo>
                  <a:pt x="5168970" y="6858000"/>
                </a:lnTo>
                <a:lnTo>
                  <a:pt x="2402022" y="6858000"/>
                </a:lnTo>
                <a:lnTo>
                  <a:pt x="2386664" y="6858000"/>
                </a:lnTo>
                <a:lnTo>
                  <a:pt x="2386664" y="6814151"/>
                </a:lnTo>
                <a:close/>
              </a:path>
            </a:pathLst>
          </a:custGeom>
          <a:solidFill>
            <a:schemeClr val="bg2">
              <a:lumMod val="20000"/>
              <a:lumOff val="80000"/>
            </a:schemeClr>
          </a:solidFill>
        </p:spPr>
        <p:txBody>
          <a:bodyPr wrap="square" anchor="t">
            <a:noAutofit/>
          </a:bodyPr>
          <a:lstStyle>
            <a:lvl1pPr marL="0" indent="0" algn="ctr">
              <a:buNone/>
              <a:defRPr sz="20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insert image</a:t>
            </a:r>
          </a:p>
        </p:txBody>
      </p:sp>
      <p:pic>
        <p:nvPicPr>
          <p:cNvPr id="27" name="Picture 26" descr="A white text on a black background&#10;&#10;Description automatically generated">
            <a:extLst>
              <a:ext uri="{FF2B5EF4-FFF2-40B4-BE49-F238E27FC236}">
                <a16:creationId xmlns:a16="http://schemas.microsoft.com/office/drawing/2014/main" id="{3F9C3A83-8035-A222-78E6-7870A88F48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7477" y="119411"/>
            <a:ext cx="1190086" cy="1190086"/>
          </a:xfrm>
          <a:prstGeom prst="rect">
            <a:avLst/>
          </a:prstGeom>
        </p:spPr>
      </p:pic>
      <p:sp>
        <p:nvSpPr>
          <p:cNvPr id="3" name="Subtitle 2"/>
          <p:cNvSpPr>
            <a:spLocks noGrp="1"/>
          </p:cNvSpPr>
          <p:nvPr>
            <p:ph type="subTitle" idx="1"/>
          </p:nvPr>
        </p:nvSpPr>
        <p:spPr>
          <a:xfrm>
            <a:off x="813209" y="3904488"/>
            <a:ext cx="5878783" cy="1483672"/>
          </a:xfrm>
        </p:spPr>
        <p:txBody>
          <a:bodyPr>
            <a:noAutofit/>
          </a:bodyPr>
          <a:lstStyle>
            <a:lvl1pPr marL="0" indent="0" algn="l">
              <a:lnSpc>
                <a:spcPts val="2050"/>
              </a:lnSpc>
              <a:spcBef>
                <a:spcPts val="0"/>
              </a:spcBef>
              <a:buNone/>
              <a:defRPr lang="en-AU" sz="1600" b="0" i="0" smtClean="0">
                <a:solidFill>
                  <a:schemeClr val="bg1"/>
                </a:solidFill>
                <a:effectLst/>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solidFill>
                <a:srgbClr val="FFFFFF"/>
              </a:solidFill>
              <a:effectLst/>
              <a:latin typeface="Helvetica" pitchFamily="2" charset="0"/>
            </a:endParaRPr>
          </a:p>
        </p:txBody>
      </p:sp>
      <p:sp>
        <p:nvSpPr>
          <p:cNvPr id="4" name="Title 1">
            <a:extLst>
              <a:ext uri="{FF2B5EF4-FFF2-40B4-BE49-F238E27FC236}">
                <a16:creationId xmlns:a16="http://schemas.microsoft.com/office/drawing/2014/main" id="{D997EE1B-C45D-B13D-FCA5-536BEA9F4484}"/>
              </a:ext>
            </a:extLst>
          </p:cNvPr>
          <p:cNvSpPr>
            <a:spLocks noGrp="1"/>
          </p:cNvSpPr>
          <p:nvPr>
            <p:ph type="title" hasCustomPrompt="1"/>
          </p:nvPr>
        </p:nvSpPr>
        <p:spPr>
          <a:xfrm>
            <a:off x="813209" y="2442775"/>
            <a:ext cx="5878783" cy="1220142"/>
          </a:xfrm>
        </p:spPr>
        <p:txBody>
          <a:bodyPr anchor="b"/>
          <a:lstStyle>
            <a:lvl1pPr>
              <a:defRPr sz="3600">
                <a:solidFill>
                  <a:schemeClr val="bg1"/>
                </a:solidFill>
              </a:defRPr>
            </a:lvl1pPr>
          </a:lstStyle>
          <a:p>
            <a:r>
              <a:rPr lang="en-US"/>
              <a:t>Title Heading</a:t>
            </a:r>
          </a:p>
        </p:txBody>
      </p:sp>
    </p:spTree>
    <p:extLst>
      <p:ext uri="{BB962C8B-B14F-4D97-AF65-F5344CB8AC3E}">
        <p14:creationId xmlns:p14="http://schemas.microsoft.com/office/powerpoint/2010/main" val="1841304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2">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EB3207-D6D7-31B5-58DD-5124552B570D}"/>
              </a:ext>
            </a:extLst>
          </p:cNvPr>
          <p:cNvSpPr>
            <a:spLocks noGrp="1"/>
          </p:cNvSpPr>
          <p:nvPr>
            <p:ph type="ctrTitle" hasCustomPrompt="1"/>
          </p:nvPr>
        </p:nvSpPr>
        <p:spPr>
          <a:xfrm>
            <a:off x="6175728" y="2441842"/>
            <a:ext cx="5001987" cy="1201854"/>
          </a:xfrm>
        </p:spPr>
        <p:txBody>
          <a:bodyPr lIns="0" tIns="0" rIns="0" bIns="54000" anchor="b">
            <a:noAutofit/>
          </a:bodyPr>
          <a:lstStyle>
            <a:lvl1pPr algn="l">
              <a:defRPr lang="en-AU" sz="3600" b="0" i="0" spc="-20" baseline="0" smtClean="0">
                <a:solidFill>
                  <a:schemeClr val="accent1"/>
                </a:solidFill>
                <a:effectLst/>
                <a:latin typeface="Arial" panose="020B0604020202020204" pitchFamily="34" charset="0"/>
              </a:defRPr>
            </a:lvl1pPr>
          </a:lstStyle>
          <a:p>
            <a:r>
              <a:rPr lang="en-US"/>
              <a:t>Section heading</a:t>
            </a:r>
            <a:endParaRPr lang="en-AU">
              <a:solidFill>
                <a:srgbClr val="FFFFFF"/>
              </a:solidFill>
              <a:effectLst/>
              <a:latin typeface="Helvetica" pitchFamily="2" charset="0"/>
            </a:endParaRPr>
          </a:p>
        </p:txBody>
      </p:sp>
      <p:sp>
        <p:nvSpPr>
          <p:cNvPr id="6" name="Subtitle 2">
            <a:extLst>
              <a:ext uri="{FF2B5EF4-FFF2-40B4-BE49-F238E27FC236}">
                <a16:creationId xmlns:a16="http://schemas.microsoft.com/office/drawing/2014/main" id="{94082F6F-1B34-EBEF-A892-9F7084FDB24C}"/>
              </a:ext>
            </a:extLst>
          </p:cNvPr>
          <p:cNvSpPr>
            <a:spLocks noGrp="1"/>
          </p:cNvSpPr>
          <p:nvPr>
            <p:ph type="subTitle" idx="1" hasCustomPrompt="1"/>
          </p:nvPr>
        </p:nvSpPr>
        <p:spPr>
          <a:xfrm>
            <a:off x="6175728" y="3661984"/>
            <a:ext cx="5001987" cy="1483672"/>
          </a:xfrm>
        </p:spPr>
        <p:txBody>
          <a:bodyPr lIns="0" tIns="54000" rIns="0" bIns="0">
            <a:noAutofit/>
          </a:bodyPr>
          <a:lstStyle>
            <a:lvl1pPr marL="0" indent="0" algn="l">
              <a:lnSpc>
                <a:spcPct val="100000"/>
              </a:lnSpc>
              <a:spcBef>
                <a:spcPts val="0"/>
              </a:spcBef>
              <a:buNone/>
              <a:defRPr lang="en-AU" sz="2000" smtClean="0">
                <a:solidFill>
                  <a:schemeClr val="tx1">
                    <a:lumMod val="95000"/>
                    <a:lumOff val="5000"/>
                  </a:schemeClr>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GB"/>
              <a:t>Click to add text</a:t>
            </a:r>
          </a:p>
        </p:txBody>
      </p:sp>
      <p:sp>
        <p:nvSpPr>
          <p:cNvPr id="8" name="Slide Number Placeholder 5">
            <a:extLst>
              <a:ext uri="{FF2B5EF4-FFF2-40B4-BE49-F238E27FC236}">
                <a16:creationId xmlns:a16="http://schemas.microsoft.com/office/drawing/2014/main" id="{82BD9ED4-B47C-090E-7367-97698FC825C4}"/>
              </a:ext>
            </a:extLst>
          </p:cNvPr>
          <p:cNvSpPr>
            <a:spLocks noGrp="1"/>
          </p:cNvSpPr>
          <p:nvPr>
            <p:ph type="sldNum" sz="quarter" idx="4"/>
          </p:nvPr>
        </p:nvSpPr>
        <p:spPr>
          <a:xfrm>
            <a:off x="11582399" y="6356350"/>
            <a:ext cx="40870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1FA37-3D95-DD4F-A79E-5508DFB6D295}" type="slidenum">
              <a:rPr lang="en-US" smtClean="0"/>
              <a:t>‹#›</a:t>
            </a:fld>
            <a:endParaRPr lang="en-US"/>
          </a:p>
        </p:txBody>
      </p:sp>
      <p:sp>
        <p:nvSpPr>
          <p:cNvPr id="10" name="Picture Placeholder 9">
            <a:extLst>
              <a:ext uri="{FF2B5EF4-FFF2-40B4-BE49-F238E27FC236}">
                <a16:creationId xmlns:a16="http://schemas.microsoft.com/office/drawing/2014/main" id="{D55CF6AC-288F-E054-20CB-6F746E2C6DD4}"/>
              </a:ext>
            </a:extLst>
          </p:cNvPr>
          <p:cNvSpPr>
            <a:spLocks noGrp="1"/>
          </p:cNvSpPr>
          <p:nvPr>
            <p:ph type="pic" idx="10" hasCustomPrompt="1"/>
          </p:nvPr>
        </p:nvSpPr>
        <p:spPr>
          <a:xfrm>
            <a:off x="773856" y="1565266"/>
            <a:ext cx="4560982" cy="4537360"/>
          </a:xfrm>
          <a:custGeom>
            <a:avLst/>
            <a:gdLst>
              <a:gd name="connsiteX0" fmla="*/ 0 w 4560982"/>
              <a:gd name="connsiteY0" fmla="*/ 0 h 4537360"/>
              <a:gd name="connsiteX1" fmla="*/ 745738 w 4560982"/>
              <a:gd name="connsiteY1" fmla="*/ 0 h 4537360"/>
              <a:gd name="connsiteX2" fmla="*/ 745738 w 4560982"/>
              <a:gd name="connsiteY2" fmla="*/ 755263 h 4537360"/>
              <a:gd name="connsiteX3" fmla="*/ 1501738 w 4560982"/>
              <a:gd name="connsiteY3" fmla="*/ 755263 h 4537360"/>
              <a:gd name="connsiteX4" fmla="*/ 1501738 w 4560982"/>
              <a:gd name="connsiteY4" fmla="*/ 0 h 4537360"/>
              <a:gd name="connsiteX5" fmla="*/ 4560982 w 4560982"/>
              <a:gd name="connsiteY5" fmla="*/ 0 h 4537360"/>
              <a:gd name="connsiteX6" fmla="*/ 4560982 w 4560982"/>
              <a:gd name="connsiteY6" fmla="*/ 4537360 h 4537360"/>
              <a:gd name="connsiteX7" fmla="*/ 4560981 w 4560982"/>
              <a:gd name="connsiteY7" fmla="*/ 4537360 h 4537360"/>
              <a:gd name="connsiteX8" fmla="*/ 4560981 w 4560982"/>
              <a:gd name="connsiteY8" fmla="*/ 3781360 h 4537360"/>
              <a:gd name="connsiteX9" fmla="*/ 3799728 w 4560982"/>
              <a:gd name="connsiteY9" fmla="*/ 3781360 h 4537360"/>
              <a:gd name="connsiteX10" fmla="*/ 3799728 w 4560982"/>
              <a:gd name="connsiteY10" fmla="*/ 4537360 h 4537360"/>
              <a:gd name="connsiteX11" fmla="*/ 1515451 w 4560982"/>
              <a:gd name="connsiteY11" fmla="*/ 4537360 h 4537360"/>
              <a:gd name="connsiteX12" fmla="*/ 1515451 w 4560982"/>
              <a:gd name="connsiteY12" fmla="*/ 3781360 h 4537360"/>
              <a:gd name="connsiteX13" fmla="*/ 0 w 4560982"/>
              <a:gd name="connsiteY13" fmla="*/ 3781360 h 4537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60982" h="4537360">
                <a:moveTo>
                  <a:pt x="0" y="0"/>
                </a:moveTo>
                <a:lnTo>
                  <a:pt x="745738" y="0"/>
                </a:lnTo>
                <a:lnTo>
                  <a:pt x="745738" y="755263"/>
                </a:lnTo>
                <a:lnTo>
                  <a:pt x="1501738" y="755263"/>
                </a:lnTo>
                <a:lnTo>
                  <a:pt x="1501738" y="0"/>
                </a:lnTo>
                <a:lnTo>
                  <a:pt x="4560982" y="0"/>
                </a:lnTo>
                <a:lnTo>
                  <a:pt x="4560982" y="4537360"/>
                </a:lnTo>
                <a:lnTo>
                  <a:pt x="4560981" y="4537360"/>
                </a:lnTo>
                <a:lnTo>
                  <a:pt x="4560981" y="3781360"/>
                </a:lnTo>
                <a:lnTo>
                  <a:pt x="3799728" y="3781360"/>
                </a:lnTo>
                <a:lnTo>
                  <a:pt x="3799728" y="4537360"/>
                </a:lnTo>
                <a:lnTo>
                  <a:pt x="1515451" y="4537360"/>
                </a:lnTo>
                <a:lnTo>
                  <a:pt x="1515451" y="3781360"/>
                </a:lnTo>
                <a:lnTo>
                  <a:pt x="0" y="3781360"/>
                </a:lnTo>
                <a:close/>
              </a:path>
            </a:pathLst>
          </a:custGeom>
          <a:solidFill>
            <a:schemeClr val="bg2">
              <a:lumMod val="20000"/>
              <a:lumOff val="80000"/>
            </a:schemeClr>
          </a:solidFill>
        </p:spPr>
        <p:txBody>
          <a:bodyPr wrap="square" anchor="t">
            <a:noAutofit/>
          </a:bodyPr>
          <a:lstStyle>
            <a:lvl1pPr marL="0" indent="0" algn="ctr">
              <a:buNone/>
              <a:defRPr sz="1800">
                <a:solidFill>
                  <a:schemeClr val="tx1">
                    <a:lumMod val="95000"/>
                    <a:lumOff val="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insert image</a:t>
            </a:r>
          </a:p>
        </p:txBody>
      </p:sp>
    </p:spTree>
    <p:extLst>
      <p:ext uri="{BB962C8B-B14F-4D97-AF65-F5344CB8AC3E}">
        <p14:creationId xmlns:p14="http://schemas.microsoft.com/office/powerpoint/2010/main" val="3655101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2">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EB3207-D6D7-31B5-58DD-5124552B570D}"/>
              </a:ext>
            </a:extLst>
          </p:cNvPr>
          <p:cNvSpPr>
            <a:spLocks noGrp="1"/>
          </p:cNvSpPr>
          <p:nvPr>
            <p:ph type="ctrTitle" hasCustomPrompt="1"/>
          </p:nvPr>
        </p:nvSpPr>
        <p:spPr>
          <a:xfrm>
            <a:off x="6175728" y="2441842"/>
            <a:ext cx="5001987" cy="1201854"/>
          </a:xfrm>
        </p:spPr>
        <p:txBody>
          <a:bodyPr lIns="0" tIns="0" rIns="0" bIns="54000" anchor="b">
            <a:noAutofit/>
          </a:bodyPr>
          <a:lstStyle>
            <a:lvl1pPr algn="l">
              <a:defRPr lang="en-AU" sz="3600" b="0" i="0" spc="-20" baseline="0" smtClean="0">
                <a:solidFill>
                  <a:schemeClr val="accent1"/>
                </a:solidFill>
                <a:effectLst/>
                <a:latin typeface="Arial" panose="020B0604020202020204" pitchFamily="34" charset="0"/>
              </a:defRPr>
            </a:lvl1pPr>
          </a:lstStyle>
          <a:p>
            <a:r>
              <a:rPr lang="en-US"/>
              <a:t>Section heading</a:t>
            </a:r>
            <a:endParaRPr lang="en-AU">
              <a:solidFill>
                <a:srgbClr val="FFFFFF"/>
              </a:solidFill>
              <a:effectLst/>
              <a:latin typeface="Helvetica" pitchFamily="2" charset="0"/>
            </a:endParaRPr>
          </a:p>
        </p:txBody>
      </p:sp>
      <p:sp>
        <p:nvSpPr>
          <p:cNvPr id="6" name="Subtitle 2">
            <a:extLst>
              <a:ext uri="{FF2B5EF4-FFF2-40B4-BE49-F238E27FC236}">
                <a16:creationId xmlns:a16="http://schemas.microsoft.com/office/drawing/2014/main" id="{94082F6F-1B34-EBEF-A892-9F7084FDB24C}"/>
              </a:ext>
            </a:extLst>
          </p:cNvPr>
          <p:cNvSpPr>
            <a:spLocks noGrp="1"/>
          </p:cNvSpPr>
          <p:nvPr>
            <p:ph type="subTitle" idx="1" hasCustomPrompt="1"/>
          </p:nvPr>
        </p:nvSpPr>
        <p:spPr>
          <a:xfrm>
            <a:off x="6175728" y="3661984"/>
            <a:ext cx="5001987" cy="1483672"/>
          </a:xfrm>
        </p:spPr>
        <p:txBody>
          <a:bodyPr lIns="0" tIns="54000" rIns="0" bIns="0">
            <a:noAutofit/>
          </a:bodyPr>
          <a:lstStyle>
            <a:lvl1pPr marL="0" indent="0" algn="l">
              <a:lnSpc>
                <a:spcPct val="100000"/>
              </a:lnSpc>
              <a:spcBef>
                <a:spcPts val="0"/>
              </a:spcBef>
              <a:buNone/>
              <a:defRPr lang="en-AU" sz="2000" smtClean="0">
                <a:solidFill>
                  <a:schemeClr val="tx1">
                    <a:lumMod val="95000"/>
                    <a:lumOff val="5000"/>
                  </a:schemeClr>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GB"/>
              <a:t>Click to add text</a:t>
            </a:r>
          </a:p>
        </p:txBody>
      </p:sp>
      <p:sp>
        <p:nvSpPr>
          <p:cNvPr id="8" name="Slide Number Placeholder 5">
            <a:extLst>
              <a:ext uri="{FF2B5EF4-FFF2-40B4-BE49-F238E27FC236}">
                <a16:creationId xmlns:a16="http://schemas.microsoft.com/office/drawing/2014/main" id="{82BD9ED4-B47C-090E-7367-97698FC825C4}"/>
              </a:ext>
            </a:extLst>
          </p:cNvPr>
          <p:cNvSpPr>
            <a:spLocks noGrp="1"/>
          </p:cNvSpPr>
          <p:nvPr>
            <p:ph type="sldNum" sz="quarter" idx="4"/>
          </p:nvPr>
        </p:nvSpPr>
        <p:spPr>
          <a:xfrm>
            <a:off x="11582399" y="6356350"/>
            <a:ext cx="40870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1FA37-3D95-DD4F-A79E-5508DFB6D295}" type="slidenum">
              <a:rPr lang="en-US" smtClean="0"/>
              <a:t>‹#›</a:t>
            </a:fld>
            <a:endParaRPr lang="en-US"/>
          </a:p>
        </p:txBody>
      </p:sp>
      <p:sp>
        <p:nvSpPr>
          <p:cNvPr id="10" name="Picture Placeholder 9">
            <a:extLst>
              <a:ext uri="{FF2B5EF4-FFF2-40B4-BE49-F238E27FC236}">
                <a16:creationId xmlns:a16="http://schemas.microsoft.com/office/drawing/2014/main" id="{D55CF6AC-288F-E054-20CB-6F746E2C6DD4}"/>
              </a:ext>
            </a:extLst>
          </p:cNvPr>
          <p:cNvSpPr>
            <a:spLocks noGrp="1"/>
          </p:cNvSpPr>
          <p:nvPr>
            <p:ph type="pic" idx="10" hasCustomPrompt="1"/>
          </p:nvPr>
        </p:nvSpPr>
        <p:spPr>
          <a:xfrm>
            <a:off x="773856" y="1565266"/>
            <a:ext cx="4560982" cy="4537360"/>
          </a:xfrm>
          <a:custGeom>
            <a:avLst/>
            <a:gdLst>
              <a:gd name="connsiteX0" fmla="*/ 0 w 4560982"/>
              <a:gd name="connsiteY0" fmla="*/ 0 h 4537360"/>
              <a:gd name="connsiteX1" fmla="*/ 745738 w 4560982"/>
              <a:gd name="connsiteY1" fmla="*/ 0 h 4537360"/>
              <a:gd name="connsiteX2" fmla="*/ 745738 w 4560982"/>
              <a:gd name="connsiteY2" fmla="*/ 755263 h 4537360"/>
              <a:gd name="connsiteX3" fmla="*/ 1501738 w 4560982"/>
              <a:gd name="connsiteY3" fmla="*/ 755263 h 4537360"/>
              <a:gd name="connsiteX4" fmla="*/ 1501738 w 4560982"/>
              <a:gd name="connsiteY4" fmla="*/ 0 h 4537360"/>
              <a:gd name="connsiteX5" fmla="*/ 4560982 w 4560982"/>
              <a:gd name="connsiteY5" fmla="*/ 0 h 4537360"/>
              <a:gd name="connsiteX6" fmla="*/ 4560982 w 4560982"/>
              <a:gd name="connsiteY6" fmla="*/ 4537360 h 4537360"/>
              <a:gd name="connsiteX7" fmla="*/ 4560981 w 4560982"/>
              <a:gd name="connsiteY7" fmla="*/ 4537360 h 4537360"/>
              <a:gd name="connsiteX8" fmla="*/ 4560981 w 4560982"/>
              <a:gd name="connsiteY8" fmla="*/ 3781360 h 4537360"/>
              <a:gd name="connsiteX9" fmla="*/ 3799728 w 4560982"/>
              <a:gd name="connsiteY9" fmla="*/ 3781360 h 4537360"/>
              <a:gd name="connsiteX10" fmla="*/ 3799728 w 4560982"/>
              <a:gd name="connsiteY10" fmla="*/ 4537360 h 4537360"/>
              <a:gd name="connsiteX11" fmla="*/ 1515451 w 4560982"/>
              <a:gd name="connsiteY11" fmla="*/ 4537360 h 4537360"/>
              <a:gd name="connsiteX12" fmla="*/ 1515451 w 4560982"/>
              <a:gd name="connsiteY12" fmla="*/ 3781360 h 4537360"/>
              <a:gd name="connsiteX13" fmla="*/ 0 w 4560982"/>
              <a:gd name="connsiteY13" fmla="*/ 3781360 h 4537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60982" h="4537360">
                <a:moveTo>
                  <a:pt x="0" y="0"/>
                </a:moveTo>
                <a:lnTo>
                  <a:pt x="745738" y="0"/>
                </a:lnTo>
                <a:lnTo>
                  <a:pt x="745738" y="755263"/>
                </a:lnTo>
                <a:lnTo>
                  <a:pt x="1501738" y="755263"/>
                </a:lnTo>
                <a:lnTo>
                  <a:pt x="1501738" y="0"/>
                </a:lnTo>
                <a:lnTo>
                  <a:pt x="4560982" y="0"/>
                </a:lnTo>
                <a:lnTo>
                  <a:pt x="4560982" y="4537360"/>
                </a:lnTo>
                <a:lnTo>
                  <a:pt x="4560981" y="4537360"/>
                </a:lnTo>
                <a:lnTo>
                  <a:pt x="4560981" y="3781360"/>
                </a:lnTo>
                <a:lnTo>
                  <a:pt x="3799728" y="3781360"/>
                </a:lnTo>
                <a:lnTo>
                  <a:pt x="3799728" y="4537360"/>
                </a:lnTo>
                <a:lnTo>
                  <a:pt x="1515451" y="4537360"/>
                </a:lnTo>
                <a:lnTo>
                  <a:pt x="1515451" y="3781360"/>
                </a:lnTo>
                <a:lnTo>
                  <a:pt x="0" y="3781360"/>
                </a:lnTo>
                <a:close/>
              </a:path>
            </a:pathLst>
          </a:custGeom>
          <a:solidFill>
            <a:schemeClr val="bg2">
              <a:lumMod val="20000"/>
              <a:lumOff val="80000"/>
            </a:schemeClr>
          </a:solidFill>
        </p:spPr>
        <p:txBody>
          <a:bodyPr wrap="square" anchor="t">
            <a:noAutofit/>
          </a:bodyPr>
          <a:lstStyle>
            <a:lvl1pPr marL="0" indent="0" algn="ctr">
              <a:buNone/>
              <a:defRPr sz="1800">
                <a:solidFill>
                  <a:schemeClr val="tx1">
                    <a:lumMod val="95000"/>
                    <a:lumOff val="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insert image</a:t>
            </a:r>
          </a:p>
        </p:txBody>
      </p:sp>
    </p:spTree>
    <p:extLst>
      <p:ext uri="{BB962C8B-B14F-4D97-AF65-F5344CB8AC3E}">
        <p14:creationId xmlns:p14="http://schemas.microsoft.com/office/powerpoint/2010/main" val="3655101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3A6BCC-D7F6-A42C-7870-B4058C7AD0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0C30B4-79A3-F063-5B7B-2245DEA6F6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B5D417-C2FD-C346-2D7D-9F938E73C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236521D9-D43C-23B0-BEF2-F1C949C24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Weed Management Design Solution</a:t>
            </a:r>
          </a:p>
        </p:txBody>
      </p:sp>
      <p:sp>
        <p:nvSpPr>
          <p:cNvPr id="6" name="Slide Number Placeholder 5">
            <a:extLst>
              <a:ext uri="{FF2B5EF4-FFF2-40B4-BE49-F238E27FC236}">
                <a16:creationId xmlns:a16="http://schemas.microsoft.com/office/drawing/2014/main" id="{4E29B30F-0377-3E64-2E52-016712F369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D9BE21-6794-C54F-A199-E662B31FCF79}" type="slidenum">
              <a:rPr lang="en-US" smtClean="0"/>
              <a:t>‹#›</a:t>
            </a:fld>
            <a:endParaRPr lang="en-US"/>
          </a:p>
        </p:txBody>
      </p:sp>
    </p:spTree>
    <p:extLst>
      <p:ext uri="{BB962C8B-B14F-4D97-AF65-F5344CB8AC3E}">
        <p14:creationId xmlns:p14="http://schemas.microsoft.com/office/powerpoint/2010/main" val="768232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www.theguardian.com/environment/2018/dec/20/life-on-the-land-with-the-lama-lama-rangers-a-picture-essay?utm_source=chatgpt.com"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hyperlink" Target="https://www.theguardian.com/environment/2018/dec/20/life-on-the-land-with-the-lama-lama-rangers-a-picture-essay"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ewbchallenge.org/challenge/port-stewart-lama-lama/design-area-4-augmenting-the-ranger-program/" TargetMode="External"/><Relationship Id="rId7" Type="http://schemas.openxmlformats.org/officeDocument/2006/relationships/hyperlink" Target="https://www.lamalama.org.au/weed-monitoring/?utm_source=chatgpt.com"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hyperlink" Target="https://www.lamalama.org.au/about-us/" TargetMode="External"/><Relationship Id="rId5" Type="http://schemas.openxmlformats.org/officeDocument/2006/relationships/hyperlink" Target="https://www.lamalama.org.au/lama-lama-rangers/" TargetMode="External"/><Relationship Id="rId4" Type="http://schemas.openxmlformats.org/officeDocument/2006/relationships/hyperlink" Target="https://www.lamalama.org.au/national-parks-joint-management/"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7B65DB94-AD62-B026-13BE-BDCD421735C3}"/>
              </a:ext>
            </a:extLst>
          </p:cNvPr>
          <p:cNvSpPr/>
          <p:nvPr/>
        </p:nvSpPr>
        <p:spPr>
          <a:xfrm>
            <a:off x="436525" y="2171706"/>
            <a:ext cx="1528782" cy="262024"/>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Placeholder 24">
            <a:extLst>
              <a:ext uri="{FF2B5EF4-FFF2-40B4-BE49-F238E27FC236}">
                <a16:creationId xmlns:a16="http://schemas.microsoft.com/office/drawing/2014/main" id="{B6383368-39E4-E843-6E06-305937F0F206}"/>
              </a:ext>
            </a:extLst>
          </p:cNvPr>
          <p:cNvPicPr>
            <a:picLocks noGrp="1" noChangeAspect="1"/>
          </p:cNvPicPr>
          <p:nvPr>
            <p:ph type="pic" idx="10"/>
          </p:nvPr>
        </p:nvPicPr>
        <p:blipFill>
          <a:blip r:embed="rId3"/>
          <a:srcRect l="12423" r="12423"/>
          <a:stretch/>
        </p:blipFill>
        <p:spPr>
          <a:xfrm>
            <a:off x="7037472" y="0"/>
            <a:ext cx="5162286" cy="6869017"/>
          </a:xfrm>
          <a:noFill/>
        </p:spPr>
      </p:pic>
      <p:sp>
        <p:nvSpPr>
          <p:cNvPr id="11" name="Title 10">
            <a:extLst>
              <a:ext uri="{FF2B5EF4-FFF2-40B4-BE49-F238E27FC236}">
                <a16:creationId xmlns:a16="http://schemas.microsoft.com/office/drawing/2014/main" id="{DD811491-257F-881A-093A-8786F5C48B76}"/>
              </a:ext>
            </a:extLst>
          </p:cNvPr>
          <p:cNvSpPr>
            <a:spLocks noGrp="1"/>
          </p:cNvSpPr>
          <p:nvPr>
            <p:ph type="title"/>
          </p:nvPr>
        </p:nvSpPr>
        <p:spPr>
          <a:xfrm>
            <a:off x="466290" y="2175630"/>
            <a:ext cx="1595716" cy="262024"/>
          </a:xfrm>
        </p:spPr>
        <p:txBody>
          <a:bodyPr>
            <a:normAutofit fontScale="90000"/>
          </a:bodyPr>
          <a:lstStyle/>
          <a:p>
            <a:r>
              <a:rPr lang="en-US" sz="1200"/>
              <a:t>31265: Assessment 2A</a:t>
            </a:r>
          </a:p>
        </p:txBody>
      </p:sp>
      <p:grpSp>
        <p:nvGrpSpPr>
          <p:cNvPr id="3" name="Group 2">
            <a:extLst>
              <a:ext uri="{FF2B5EF4-FFF2-40B4-BE49-F238E27FC236}">
                <a16:creationId xmlns:a16="http://schemas.microsoft.com/office/drawing/2014/main" id="{A3AC9926-BCBA-D7B5-E6AE-E8A73731A9AA}"/>
              </a:ext>
            </a:extLst>
          </p:cNvPr>
          <p:cNvGrpSpPr>
            <a:grpSpLocks noGrp="1" noUngrp="1" noRot="1" noMove="1" noResize="1"/>
          </p:cNvGrpSpPr>
          <p:nvPr/>
        </p:nvGrpSpPr>
        <p:grpSpPr>
          <a:xfrm>
            <a:off x="6385416" y="3827126"/>
            <a:ext cx="5807815" cy="1921491"/>
            <a:chOff x="6385416" y="3827126"/>
            <a:chExt cx="5807815" cy="1921491"/>
          </a:xfrm>
        </p:grpSpPr>
        <p:sp>
          <p:nvSpPr>
            <p:cNvPr id="4" name="Oval 3">
              <a:extLst>
                <a:ext uri="{FF2B5EF4-FFF2-40B4-BE49-F238E27FC236}">
                  <a16:creationId xmlns:a16="http://schemas.microsoft.com/office/drawing/2014/main" id="{E87C14AF-2F4B-4F04-89A8-E3966CF479D5}"/>
                </a:ext>
              </a:extLst>
            </p:cNvPr>
            <p:cNvSpPr>
              <a:spLocks noGrp="1" noRot="1" noMove="1" noResize="1" noEditPoints="1" noAdjustHandles="1" noChangeArrowheads="1" noChangeShapeType="1"/>
            </p:cNvSpPr>
            <p:nvPr/>
          </p:nvSpPr>
          <p:spPr>
            <a:xfrm rot="9360852">
              <a:off x="7199116" y="3827126"/>
              <a:ext cx="324063" cy="47822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6310601-3666-C56D-338C-C4E800860545}"/>
                </a:ext>
              </a:extLst>
            </p:cNvPr>
            <p:cNvSpPr>
              <a:spLocks noGrp="1" noRot="1" noMove="1" noResize="1" noEditPoints="1" noAdjustHandles="1" noChangeArrowheads="1" noChangeShapeType="1"/>
            </p:cNvSpPr>
            <p:nvPr/>
          </p:nvSpPr>
          <p:spPr>
            <a:xfrm rot="14943860">
              <a:off x="6472053" y="4560852"/>
              <a:ext cx="324063" cy="478226"/>
            </a:xfrm>
            <a:prstGeom prst="ellipse">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E8CCF53-767E-5EF6-9C93-27D1BFF70D99}"/>
                </a:ext>
              </a:extLst>
            </p:cNvPr>
            <p:cNvSpPr>
              <a:spLocks noGrp="1" noRot="1" noMove="1" noResize="1" noEditPoints="1" noAdjustHandles="1" noChangeArrowheads="1" noChangeShapeType="1"/>
            </p:cNvSpPr>
            <p:nvPr/>
          </p:nvSpPr>
          <p:spPr>
            <a:xfrm rot="13574220">
              <a:off x="6465703"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C3CB4E8-5E57-063D-AC7E-B54403F91747}"/>
                </a:ext>
              </a:extLst>
            </p:cNvPr>
            <p:cNvSpPr>
              <a:spLocks noGrp="1" noRot="1" noMove="1" noResize="1" noEditPoints="1" noAdjustHandles="1" noChangeArrowheads="1" noChangeShapeType="1"/>
            </p:cNvSpPr>
            <p:nvPr/>
          </p:nvSpPr>
          <p:spPr>
            <a:xfrm rot="14582671">
              <a:off x="7954778"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E74A726-0977-1FA4-9688-0E02F044A414}"/>
                </a:ext>
              </a:extLst>
            </p:cNvPr>
            <p:cNvSpPr>
              <a:spLocks noGrp="1" noRot="1" noMove="1" noResize="1" noEditPoints="1" noAdjustHandles="1" noChangeArrowheads="1" noChangeShapeType="1"/>
            </p:cNvSpPr>
            <p:nvPr/>
          </p:nvSpPr>
          <p:spPr>
            <a:xfrm rot="3481464">
              <a:off x="7208642" y="5347473"/>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B0AE3C7-A227-B984-FB34-E281310BF55D}"/>
                </a:ext>
              </a:extLst>
            </p:cNvPr>
            <p:cNvSpPr>
              <a:spLocks noGrp="1" noRot="1" noMove="1" noResize="1" noEditPoints="1" noAdjustHandles="1" noChangeArrowheads="1" noChangeShapeType="1"/>
            </p:cNvSpPr>
            <p:nvPr/>
          </p:nvSpPr>
          <p:spPr>
            <a:xfrm rot="17212067">
              <a:off x="6462497" y="5344335"/>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16DDC5E-A017-C79C-0024-B377D776A30B}"/>
                </a:ext>
              </a:extLst>
            </p:cNvPr>
            <p:cNvSpPr>
              <a:spLocks noGrp="1" noRot="1" noMove="1" noResize="1" noEditPoints="1" noAdjustHandles="1" noChangeArrowheads="1" noChangeShapeType="1"/>
            </p:cNvSpPr>
            <p:nvPr/>
          </p:nvSpPr>
          <p:spPr>
            <a:xfrm rot="17212067">
              <a:off x="8710398" y="5344334"/>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CE192AE-C10E-4C1A-2530-790B891B2416}"/>
                </a:ext>
              </a:extLst>
            </p:cNvPr>
            <p:cNvSpPr>
              <a:spLocks noGrp="1" noRot="1" noMove="1" noResize="1" noEditPoints="1" noAdjustHandles="1" noChangeArrowheads="1" noChangeShapeType="1"/>
            </p:cNvSpPr>
            <p:nvPr/>
          </p:nvSpPr>
          <p:spPr>
            <a:xfrm rot="20242527">
              <a:off x="7957953" y="4592602"/>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38F9B10-7FF5-A296-97C2-AA4DCCA6F907}"/>
                </a:ext>
              </a:extLst>
            </p:cNvPr>
            <p:cNvSpPr>
              <a:spLocks noGrp="1" noRot="1" noMove="1" noResize="1" noEditPoints="1" noAdjustHandles="1" noChangeArrowheads="1" noChangeShapeType="1"/>
            </p:cNvSpPr>
            <p:nvPr/>
          </p:nvSpPr>
          <p:spPr>
            <a:xfrm rot="14901028">
              <a:off x="8710428"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C29CA8D-EFAD-7287-3AB6-FD8568537279}"/>
                </a:ext>
              </a:extLst>
            </p:cNvPr>
            <p:cNvSpPr>
              <a:spLocks noGrp="1" noRot="1" noMove="1" noResize="1" noEditPoints="1" noAdjustHandles="1" noChangeArrowheads="1" noChangeShapeType="1"/>
            </p:cNvSpPr>
            <p:nvPr/>
          </p:nvSpPr>
          <p:spPr>
            <a:xfrm rot="3821338">
              <a:off x="8710398" y="459821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A811EE1-8209-C67A-45F2-B581DA154D87}"/>
                </a:ext>
              </a:extLst>
            </p:cNvPr>
            <p:cNvSpPr>
              <a:spLocks noGrp="1" noRot="1" noMove="1" noResize="1" noEditPoints="1" noAdjustHandles="1" noChangeArrowheads="1" noChangeShapeType="1"/>
            </p:cNvSpPr>
            <p:nvPr/>
          </p:nvSpPr>
          <p:spPr>
            <a:xfrm rot="4387933" flipH="1">
              <a:off x="9623895" y="5344334"/>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928BEB9-2A4C-C90A-178E-72C90A7DA989}"/>
                </a:ext>
              </a:extLst>
            </p:cNvPr>
            <p:cNvSpPr>
              <a:spLocks noGrp="1" noRot="1" noMove="1" noResize="1" noEditPoints="1" noAdjustHandles="1" noChangeArrowheads="1" noChangeShapeType="1"/>
            </p:cNvSpPr>
            <p:nvPr/>
          </p:nvSpPr>
          <p:spPr>
            <a:xfrm rot="6698972" flipH="1">
              <a:off x="9623925"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94B721D-0CE2-89CC-8EC7-DCC1D214B579}"/>
                </a:ext>
              </a:extLst>
            </p:cNvPr>
            <p:cNvSpPr>
              <a:spLocks noGrp="1" noRot="1" noMove="1" noResize="1" noEditPoints="1" noAdjustHandles="1" noChangeArrowheads="1" noChangeShapeType="1"/>
            </p:cNvSpPr>
            <p:nvPr/>
          </p:nvSpPr>
          <p:spPr>
            <a:xfrm rot="17778662" flipH="1">
              <a:off x="9623895" y="459821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07C281C-01F1-D882-348B-7D114DCDF488}"/>
                </a:ext>
              </a:extLst>
            </p:cNvPr>
            <p:cNvSpPr>
              <a:spLocks noGrp="1" noRot="1" noMove="1" noResize="1" noEditPoints="1" noAdjustHandles="1" noChangeArrowheads="1" noChangeShapeType="1"/>
            </p:cNvSpPr>
            <p:nvPr/>
          </p:nvSpPr>
          <p:spPr>
            <a:xfrm rot="6698972" flipH="1">
              <a:off x="10380478" y="3843369"/>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91B33A2-00D0-9D80-1E95-9AD92D063F14}"/>
                </a:ext>
              </a:extLst>
            </p:cNvPr>
            <p:cNvSpPr>
              <a:spLocks noGrp="1" noRot="1" noMove="1" noResize="1" noEditPoints="1" noAdjustHandles="1" noChangeArrowheads="1" noChangeShapeType="1"/>
            </p:cNvSpPr>
            <p:nvPr/>
          </p:nvSpPr>
          <p:spPr>
            <a:xfrm rot="1343608" flipH="1">
              <a:off x="10374098" y="4595034"/>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57857-AA1B-5B98-B6E2-723EFBA18908}"/>
                </a:ext>
              </a:extLst>
            </p:cNvPr>
            <p:cNvSpPr>
              <a:spLocks noGrp="1" noRot="1" noMove="1" noResize="1" noEditPoints="1" noAdjustHandles="1" noChangeArrowheads="1" noChangeShapeType="1"/>
            </p:cNvSpPr>
            <p:nvPr/>
          </p:nvSpPr>
          <p:spPr>
            <a:xfrm rot="18282775">
              <a:off x="11048192" y="5344333"/>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474D541-8AD7-2CD2-F2FC-FE5ED62A1259}"/>
                </a:ext>
              </a:extLst>
            </p:cNvPr>
            <p:cNvSpPr>
              <a:spLocks noGrp="1" noRot="1" noMove="1" noResize="1" noEditPoints="1" noAdjustHandles="1" noChangeArrowheads="1" noChangeShapeType="1"/>
            </p:cNvSpPr>
            <p:nvPr/>
          </p:nvSpPr>
          <p:spPr>
            <a:xfrm rot="9360852">
              <a:off x="11782560" y="3827126"/>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9EBFE2C-7EA6-9E00-8B7F-5AE336BD56C2}"/>
                </a:ext>
              </a:extLst>
            </p:cNvPr>
            <p:cNvSpPr>
              <a:spLocks noGrp="1" noRot="1" noMove="1" noResize="1" noEditPoints="1" noAdjustHandles="1" noChangeArrowheads="1" noChangeShapeType="1"/>
            </p:cNvSpPr>
            <p:nvPr/>
          </p:nvSpPr>
          <p:spPr>
            <a:xfrm rot="3481464">
              <a:off x="11792086" y="5347473"/>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a:extLst>
              <a:ext uri="{FF2B5EF4-FFF2-40B4-BE49-F238E27FC236}">
                <a16:creationId xmlns:a16="http://schemas.microsoft.com/office/drawing/2014/main" id="{7F4A5FCD-77CE-48CE-3EE5-7F9F69DC9DDB}"/>
              </a:ext>
            </a:extLst>
          </p:cNvPr>
          <p:cNvPicPr>
            <a:picLocks noChangeAspect="1"/>
          </p:cNvPicPr>
          <p:nvPr/>
        </p:nvPicPr>
        <p:blipFill>
          <a:blip r:embed="rId4"/>
          <a:srcRect/>
          <a:stretch>
            <a:fillRect/>
          </a:stretch>
        </p:blipFill>
        <p:spPr>
          <a:xfrm>
            <a:off x="1203341" y="372358"/>
            <a:ext cx="1291164" cy="753942"/>
          </a:xfrm>
          <a:prstGeom prst="rect">
            <a:avLst/>
          </a:prstGeom>
        </p:spPr>
      </p:pic>
      <p:sp>
        <p:nvSpPr>
          <p:cNvPr id="29" name="TextBox 28">
            <a:extLst>
              <a:ext uri="{FF2B5EF4-FFF2-40B4-BE49-F238E27FC236}">
                <a16:creationId xmlns:a16="http://schemas.microsoft.com/office/drawing/2014/main" id="{FC8200CB-362D-3939-638B-5FDA51015283}"/>
              </a:ext>
            </a:extLst>
          </p:cNvPr>
          <p:cNvSpPr txBox="1"/>
          <p:nvPr/>
        </p:nvSpPr>
        <p:spPr>
          <a:xfrm>
            <a:off x="375803" y="3913273"/>
            <a:ext cx="3402057" cy="338554"/>
          </a:xfrm>
          <a:prstGeom prst="rect">
            <a:avLst/>
          </a:prstGeom>
          <a:noFill/>
        </p:spPr>
        <p:txBody>
          <a:bodyPr wrap="square" rtlCol="0">
            <a:spAutoFit/>
          </a:bodyPr>
          <a:lstStyle/>
          <a:p>
            <a:r>
              <a:rPr lang="en-US" sz="1600" i="1">
                <a:solidFill>
                  <a:schemeClr val="bg1"/>
                </a:solidFill>
              </a:rPr>
              <a:t>Design Area 4, Opportunity 4.1</a:t>
            </a:r>
          </a:p>
        </p:txBody>
      </p:sp>
      <p:sp>
        <p:nvSpPr>
          <p:cNvPr id="31" name="TextBox 30">
            <a:extLst>
              <a:ext uri="{FF2B5EF4-FFF2-40B4-BE49-F238E27FC236}">
                <a16:creationId xmlns:a16="http://schemas.microsoft.com/office/drawing/2014/main" id="{44BBC4D0-1E73-17D1-74DD-CA09337D9A86}"/>
              </a:ext>
            </a:extLst>
          </p:cNvPr>
          <p:cNvSpPr txBox="1"/>
          <p:nvPr/>
        </p:nvSpPr>
        <p:spPr>
          <a:xfrm>
            <a:off x="342838" y="2448349"/>
            <a:ext cx="4998804" cy="1569660"/>
          </a:xfrm>
          <a:prstGeom prst="rect">
            <a:avLst/>
          </a:prstGeom>
          <a:noFill/>
        </p:spPr>
        <p:txBody>
          <a:bodyPr wrap="none" rtlCol="0">
            <a:spAutoFit/>
          </a:bodyPr>
          <a:lstStyle/>
          <a:p>
            <a:r>
              <a:rPr lang="en-AU" sz="3200" b="1">
                <a:solidFill>
                  <a:schemeClr val="bg1"/>
                </a:solidFill>
                <a:latin typeface="Aptos" panose="020B0004020202020204" pitchFamily="34" charset="0"/>
              </a:rPr>
              <a:t>Improving Rangers’ Weed </a:t>
            </a:r>
          </a:p>
          <a:p>
            <a:r>
              <a:rPr lang="en-AU" sz="3200" b="1">
                <a:solidFill>
                  <a:schemeClr val="bg1"/>
                </a:solidFill>
                <a:latin typeface="Aptos" panose="020B0004020202020204" pitchFamily="34" charset="0"/>
              </a:rPr>
              <a:t>Management Program on </a:t>
            </a:r>
          </a:p>
          <a:p>
            <a:r>
              <a:rPr lang="en-AU" sz="3200" b="1">
                <a:solidFill>
                  <a:schemeClr val="bg1"/>
                </a:solidFill>
                <a:latin typeface="Aptos" panose="020B0004020202020204" pitchFamily="34" charset="0"/>
              </a:rPr>
              <a:t>Lama Lama Country</a:t>
            </a:r>
          </a:p>
        </p:txBody>
      </p:sp>
      <p:sp>
        <p:nvSpPr>
          <p:cNvPr id="36" name="TextBox 35">
            <a:extLst>
              <a:ext uri="{FF2B5EF4-FFF2-40B4-BE49-F238E27FC236}">
                <a16:creationId xmlns:a16="http://schemas.microsoft.com/office/drawing/2014/main" id="{FB397037-9A0C-4B62-7EDE-DABC548BFCA9}"/>
              </a:ext>
            </a:extLst>
          </p:cNvPr>
          <p:cNvSpPr txBox="1"/>
          <p:nvPr/>
        </p:nvSpPr>
        <p:spPr>
          <a:xfrm>
            <a:off x="342838" y="6099248"/>
            <a:ext cx="2234394" cy="261610"/>
          </a:xfrm>
          <a:prstGeom prst="rect">
            <a:avLst/>
          </a:prstGeom>
          <a:noFill/>
        </p:spPr>
        <p:txBody>
          <a:bodyPr wrap="square" rtlCol="0">
            <a:spAutoFit/>
          </a:bodyPr>
          <a:lstStyle/>
          <a:p>
            <a:r>
              <a:rPr lang="en-US" sz="1100" b="1">
                <a:solidFill>
                  <a:schemeClr val="bg1"/>
                </a:solidFill>
              </a:rPr>
              <a:t>Power Rangers Team</a:t>
            </a:r>
          </a:p>
        </p:txBody>
      </p:sp>
      <p:sp>
        <p:nvSpPr>
          <p:cNvPr id="37" name="TextBox 36">
            <a:extLst>
              <a:ext uri="{FF2B5EF4-FFF2-40B4-BE49-F238E27FC236}">
                <a16:creationId xmlns:a16="http://schemas.microsoft.com/office/drawing/2014/main" id="{8A190323-9791-9203-9518-EA95003AAE9B}"/>
              </a:ext>
            </a:extLst>
          </p:cNvPr>
          <p:cNvSpPr txBox="1"/>
          <p:nvPr/>
        </p:nvSpPr>
        <p:spPr>
          <a:xfrm>
            <a:off x="342838" y="6289647"/>
            <a:ext cx="1170513" cy="246221"/>
          </a:xfrm>
          <a:prstGeom prst="rect">
            <a:avLst/>
          </a:prstGeom>
          <a:noFill/>
        </p:spPr>
        <p:txBody>
          <a:bodyPr wrap="none" rtlCol="0">
            <a:spAutoFit/>
          </a:bodyPr>
          <a:lstStyle/>
          <a:p>
            <a:r>
              <a:rPr lang="en-US" sz="1000">
                <a:solidFill>
                  <a:schemeClr val="bg1"/>
                </a:solidFill>
              </a:rPr>
              <a:t>Tutorial 1 (Carina)</a:t>
            </a:r>
          </a:p>
        </p:txBody>
      </p:sp>
      <p:sp>
        <p:nvSpPr>
          <p:cNvPr id="2" name="TextBox 1">
            <a:extLst>
              <a:ext uri="{FF2B5EF4-FFF2-40B4-BE49-F238E27FC236}">
                <a16:creationId xmlns:a16="http://schemas.microsoft.com/office/drawing/2014/main" id="{0A68CC14-3B83-B389-0C61-75D8D36EF3AD}"/>
              </a:ext>
            </a:extLst>
          </p:cNvPr>
          <p:cNvSpPr txBox="1"/>
          <p:nvPr/>
        </p:nvSpPr>
        <p:spPr>
          <a:xfrm>
            <a:off x="7241225" y="59146"/>
            <a:ext cx="730328" cy="276999"/>
          </a:xfrm>
          <a:prstGeom prst="rect">
            <a:avLst/>
          </a:prstGeom>
          <a:noFill/>
        </p:spPr>
        <p:txBody>
          <a:bodyPr wrap="none" rtlCol="0">
            <a:spAutoFit/>
          </a:bodyPr>
          <a:lstStyle/>
          <a:p>
            <a:r>
              <a:rPr lang="en-US" sz="1200" b="1">
                <a:solidFill>
                  <a:schemeClr val="bg1"/>
                </a:solidFill>
              </a:rPr>
              <a:t>Figure 1</a:t>
            </a:r>
          </a:p>
        </p:txBody>
      </p:sp>
      <p:sp>
        <p:nvSpPr>
          <p:cNvPr id="23" name="TextBox 22">
            <a:extLst>
              <a:ext uri="{FF2B5EF4-FFF2-40B4-BE49-F238E27FC236}">
                <a16:creationId xmlns:a16="http://schemas.microsoft.com/office/drawing/2014/main" id="{7A9A6C54-909F-8F3C-EAD8-A7670B30CD8E}"/>
              </a:ext>
            </a:extLst>
          </p:cNvPr>
          <p:cNvSpPr txBox="1"/>
          <p:nvPr/>
        </p:nvSpPr>
        <p:spPr>
          <a:xfrm>
            <a:off x="7241225" y="233858"/>
            <a:ext cx="2679003" cy="276999"/>
          </a:xfrm>
          <a:prstGeom prst="rect">
            <a:avLst/>
          </a:prstGeom>
          <a:noFill/>
        </p:spPr>
        <p:txBody>
          <a:bodyPr wrap="none" rtlCol="0">
            <a:spAutoFit/>
          </a:bodyPr>
          <a:lstStyle/>
          <a:p>
            <a:r>
              <a:rPr lang="en-ID" sz="1200" i="1">
                <a:solidFill>
                  <a:schemeClr val="bg1"/>
                </a:solidFill>
              </a:rPr>
              <a:t>Rangers Elaine Liddy and Karen Liddy</a:t>
            </a:r>
            <a:endParaRPr lang="en-US" sz="1050" i="1">
              <a:solidFill>
                <a:schemeClr val="bg1"/>
              </a:solidFill>
            </a:endParaRPr>
          </a:p>
        </p:txBody>
      </p:sp>
      <p:sp>
        <p:nvSpPr>
          <p:cNvPr id="24" name="TextBox 23">
            <a:extLst>
              <a:ext uri="{FF2B5EF4-FFF2-40B4-BE49-F238E27FC236}">
                <a16:creationId xmlns:a16="http://schemas.microsoft.com/office/drawing/2014/main" id="{22A30713-5109-82F4-4E1A-CC062BB8994B}"/>
              </a:ext>
            </a:extLst>
          </p:cNvPr>
          <p:cNvSpPr txBox="1"/>
          <p:nvPr/>
        </p:nvSpPr>
        <p:spPr>
          <a:xfrm>
            <a:off x="11197851" y="6535868"/>
            <a:ext cx="1015406" cy="276999"/>
          </a:xfrm>
          <a:prstGeom prst="rect">
            <a:avLst/>
          </a:prstGeom>
          <a:noFill/>
        </p:spPr>
        <p:txBody>
          <a:bodyPr wrap="none" rtlCol="0">
            <a:spAutoFit/>
          </a:bodyPr>
          <a:lstStyle/>
          <a:p>
            <a:r>
              <a:rPr lang="en-US" sz="1200">
                <a:solidFill>
                  <a:schemeClr val="bg1"/>
                </a:solidFill>
              </a:rPr>
              <a:t>(Earl, 2018c)</a:t>
            </a:r>
          </a:p>
        </p:txBody>
      </p:sp>
    </p:spTree>
    <p:extLst>
      <p:ext uri="{BB962C8B-B14F-4D97-AF65-F5344CB8AC3E}">
        <p14:creationId xmlns:p14="http://schemas.microsoft.com/office/powerpoint/2010/main" val="1760235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4BEA"/>
        </a:solidFill>
        <a:effectLst/>
      </p:bgPr>
    </p:bg>
    <p:spTree>
      <p:nvGrpSpPr>
        <p:cNvPr id="1" name="Shape 1395">
          <a:extLst>
            <a:ext uri="{FF2B5EF4-FFF2-40B4-BE49-F238E27FC236}">
              <a16:creationId xmlns:a16="http://schemas.microsoft.com/office/drawing/2014/main" id="{36329BD0-05AA-F799-9D14-9C07EFEA1262}"/>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7F78290B-06C8-6762-A9E6-4EE797E89A9D}"/>
              </a:ext>
            </a:extLst>
          </p:cNvPr>
          <p:cNvSpPr/>
          <p:nvPr/>
        </p:nvSpPr>
        <p:spPr>
          <a:xfrm>
            <a:off x="2752164" y="1451660"/>
            <a:ext cx="6687670" cy="646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B00CEAA-90B8-46DC-8C5D-5939202D3477}"/>
              </a:ext>
            </a:extLst>
          </p:cNvPr>
          <p:cNvSpPr txBox="1"/>
          <p:nvPr/>
        </p:nvSpPr>
        <p:spPr>
          <a:xfrm>
            <a:off x="2559024" y="1451660"/>
            <a:ext cx="7073951" cy="646331"/>
          </a:xfrm>
          <a:prstGeom prst="rect">
            <a:avLst/>
          </a:prstGeom>
          <a:noFill/>
        </p:spPr>
        <p:txBody>
          <a:bodyPr wrap="square" lIns="91440" tIns="45720" rIns="91440" bIns="45720" rtlCol="0" anchor="t">
            <a:spAutoFit/>
          </a:bodyPr>
          <a:lstStyle/>
          <a:p>
            <a:pPr algn="ctr"/>
            <a:r>
              <a:rPr lang="en-US" sz="3600" b="1">
                <a:solidFill>
                  <a:schemeClr val="bg1"/>
                </a:solidFill>
                <a:latin typeface="Aptos"/>
                <a:cs typeface="Arial"/>
              </a:rPr>
              <a:t>Acknowledgement of Country</a:t>
            </a:r>
            <a:endParaRPr lang="en-US" sz="3600" b="1">
              <a:solidFill>
                <a:schemeClr val="bg1"/>
              </a:solidFill>
              <a:latin typeface="Aptos" panose="020B00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48E8494-E9A4-E7F5-41B8-9A08388F9769}"/>
              </a:ext>
            </a:extLst>
          </p:cNvPr>
          <p:cNvSpPr txBox="1"/>
          <p:nvPr/>
        </p:nvSpPr>
        <p:spPr>
          <a:xfrm>
            <a:off x="1982055" y="2350357"/>
            <a:ext cx="8227889" cy="1938992"/>
          </a:xfrm>
          <a:prstGeom prst="rect">
            <a:avLst/>
          </a:prstGeom>
          <a:noFill/>
        </p:spPr>
        <p:txBody>
          <a:bodyPr wrap="square" rtlCol="0">
            <a:spAutoFit/>
          </a:bodyPr>
          <a:lstStyle/>
          <a:p>
            <a:pPr algn="ctr"/>
            <a:r>
              <a:rPr lang="en-US" sz="2000">
                <a:solidFill>
                  <a:schemeClr val="bg1"/>
                </a:solidFill>
              </a:rPr>
              <a:t>We acknowledge and pay respect to the Traditional Owners of the land on which we meet; the Gadigal people of the Eora Nation. It is upon their ancestral lands that UTS stands. </a:t>
            </a:r>
          </a:p>
          <a:p>
            <a:pPr algn="ctr"/>
            <a:endParaRPr lang="en-US" sz="2000">
              <a:solidFill>
                <a:schemeClr val="bg1"/>
              </a:solidFill>
            </a:endParaRPr>
          </a:p>
          <a:p>
            <a:pPr algn="ctr"/>
            <a:r>
              <a:rPr lang="en-US" sz="2000">
                <a:solidFill>
                  <a:schemeClr val="bg1"/>
                </a:solidFill>
              </a:rPr>
              <a:t>We also pay respect to the Elders both past and present, acknowledging them as the traditional custodians of knowledge for this land.</a:t>
            </a:r>
          </a:p>
        </p:txBody>
      </p:sp>
      <p:grpSp>
        <p:nvGrpSpPr>
          <p:cNvPr id="5" name="Group 4">
            <a:extLst>
              <a:ext uri="{FF2B5EF4-FFF2-40B4-BE49-F238E27FC236}">
                <a16:creationId xmlns:a16="http://schemas.microsoft.com/office/drawing/2014/main" id="{B3249BC3-93EA-CA5B-FE34-B779720C7184}"/>
              </a:ext>
            </a:extLst>
          </p:cNvPr>
          <p:cNvGrpSpPr/>
          <p:nvPr/>
        </p:nvGrpSpPr>
        <p:grpSpPr>
          <a:xfrm>
            <a:off x="12192000" y="8082086"/>
            <a:ext cx="5807815" cy="1921491"/>
            <a:chOff x="6385416" y="3827126"/>
            <a:chExt cx="5807815" cy="1921491"/>
          </a:xfrm>
        </p:grpSpPr>
        <p:sp>
          <p:nvSpPr>
            <p:cNvPr id="6" name="Oval 5">
              <a:extLst>
                <a:ext uri="{FF2B5EF4-FFF2-40B4-BE49-F238E27FC236}">
                  <a16:creationId xmlns:a16="http://schemas.microsoft.com/office/drawing/2014/main" id="{B51CE3AD-3EDE-397D-7C6B-09B1675AE7C5}"/>
                </a:ext>
              </a:extLst>
            </p:cNvPr>
            <p:cNvSpPr/>
            <p:nvPr/>
          </p:nvSpPr>
          <p:spPr>
            <a:xfrm rot="9360852">
              <a:off x="7199116" y="3827126"/>
              <a:ext cx="324063" cy="47822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0278161-6022-EFD7-98F8-62479F12257A}"/>
                </a:ext>
              </a:extLst>
            </p:cNvPr>
            <p:cNvSpPr/>
            <p:nvPr/>
          </p:nvSpPr>
          <p:spPr>
            <a:xfrm rot="14943860">
              <a:off x="6472053" y="4560852"/>
              <a:ext cx="324063" cy="478226"/>
            </a:xfrm>
            <a:prstGeom prst="ellipse">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8A48934-643F-ABE3-355E-F1B955A6D3FB}"/>
                </a:ext>
              </a:extLst>
            </p:cNvPr>
            <p:cNvSpPr/>
            <p:nvPr/>
          </p:nvSpPr>
          <p:spPr>
            <a:xfrm rot="13574220">
              <a:off x="6465703"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BB53BFD-BA54-79F6-0E64-B1F11F956EAA}"/>
                </a:ext>
              </a:extLst>
            </p:cNvPr>
            <p:cNvSpPr/>
            <p:nvPr/>
          </p:nvSpPr>
          <p:spPr>
            <a:xfrm rot="14582671">
              <a:off x="7954778"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2EE902E-FD88-A716-5FF0-7C61AACD63AF}"/>
                </a:ext>
              </a:extLst>
            </p:cNvPr>
            <p:cNvSpPr/>
            <p:nvPr/>
          </p:nvSpPr>
          <p:spPr>
            <a:xfrm rot="3481464">
              <a:off x="7208642" y="5347473"/>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3F53F5C-1FCE-3D8E-457A-1815F15D84F2}"/>
                </a:ext>
              </a:extLst>
            </p:cNvPr>
            <p:cNvSpPr/>
            <p:nvPr/>
          </p:nvSpPr>
          <p:spPr>
            <a:xfrm rot="17212067">
              <a:off x="6462497" y="5344335"/>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9AF72F3-1977-9835-0A03-8E3DBF5FEA79}"/>
                </a:ext>
              </a:extLst>
            </p:cNvPr>
            <p:cNvSpPr/>
            <p:nvPr/>
          </p:nvSpPr>
          <p:spPr>
            <a:xfrm rot="17212067">
              <a:off x="8710398" y="5344334"/>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5E4D4E4-0ECA-D440-BA95-D3E0F5629FBC}"/>
                </a:ext>
              </a:extLst>
            </p:cNvPr>
            <p:cNvSpPr/>
            <p:nvPr/>
          </p:nvSpPr>
          <p:spPr>
            <a:xfrm rot="20242527">
              <a:off x="7957953" y="4592602"/>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7E8CB89-76CF-2C8F-CC8D-D31D358766B2}"/>
                </a:ext>
              </a:extLst>
            </p:cNvPr>
            <p:cNvSpPr/>
            <p:nvPr/>
          </p:nvSpPr>
          <p:spPr>
            <a:xfrm rot="14901028">
              <a:off x="8710428"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F5FE25F-A635-5EFE-675A-89971922F360}"/>
                </a:ext>
              </a:extLst>
            </p:cNvPr>
            <p:cNvSpPr/>
            <p:nvPr/>
          </p:nvSpPr>
          <p:spPr>
            <a:xfrm rot="3821338">
              <a:off x="8710398" y="459821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B333726-7C1E-AEDA-C3E6-FBCFA9B5622C}"/>
                </a:ext>
              </a:extLst>
            </p:cNvPr>
            <p:cNvSpPr/>
            <p:nvPr/>
          </p:nvSpPr>
          <p:spPr>
            <a:xfrm rot="4387933" flipH="1">
              <a:off x="9623895" y="5344334"/>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55E2DB8-9760-B856-AB35-6D3E32F31121}"/>
                </a:ext>
              </a:extLst>
            </p:cNvPr>
            <p:cNvSpPr/>
            <p:nvPr/>
          </p:nvSpPr>
          <p:spPr>
            <a:xfrm rot="6698972" flipH="1">
              <a:off x="9623925" y="384337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8E9E2A1-32DC-429E-2834-69DE8141C0BE}"/>
                </a:ext>
              </a:extLst>
            </p:cNvPr>
            <p:cNvSpPr/>
            <p:nvPr/>
          </p:nvSpPr>
          <p:spPr>
            <a:xfrm rot="17778662" flipH="1">
              <a:off x="9623895" y="4598210"/>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8EB54B9-D574-2DFF-3459-787F7A82FEA6}"/>
                </a:ext>
              </a:extLst>
            </p:cNvPr>
            <p:cNvSpPr/>
            <p:nvPr/>
          </p:nvSpPr>
          <p:spPr>
            <a:xfrm rot="6698972" flipH="1">
              <a:off x="10380478" y="3843369"/>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57ABD14-60E0-DA17-B843-9D9061FE539E}"/>
                </a:ext>
              </a:extLst>
            </p:cNvPr>
            <p:cNvSpPr/>
            <p:nvPr/>
          </p:nvSpPr>
          <p:spPr>
            <a:xfrm rot="1343608" flipH="1">
              <a:off x="10374098" y="4595034"/>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10B3EAB-12AF-1131-4F15-6426D4C2939F}"/>
                </a:ext>
              </a:extLst>
            </p:cNvPr>
            <p:cNvSpPr/>
            <p:nvPr/>
          </p:nvSpPr>
          <p:spPr>
            <a:xfrm rot="18282775">
              <a:off x="11048192" y="5344333"/>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B49D746-152E-49BC-5421-57E15195EBD7}"/>
                </a:ext>
              </a:extLst>
            </p:cNvPr>
            <p:cNvSpPr/>
            <p:nvPr/>
          </p:nvSpPr>
          <p:spPr>
            <a:xfrm rot="9360852">
              <a:off x="11782560" y="3827126"/>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4D59C69-3B4D-2FB0-65EC-1EB6AC4FCAE2}"/>
                </a:ext>
              </a:extLst>
            </p:cNvPr>
            <p:cNvSpPr/>
            <p:nvPr/>
          </p:nvSpPr>
          <p:spPr>
            <a:xfrm rot="3481464">
              <a:off x="11792086" y="5347473"/>
              <a:ext cx="324063" cy="47822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Picture Placeholder 24">
            <a:extLst>
              <a:ext uri="{FF2B5EF4-FFF2-40B4-BE49-F238E27FC236}">
                <a16:creationId xmlns:a16="http://schemas.microsoft.com/office/drawing/2014/main" id="{2EE7BC8F-93D0-60CE-E36F-91DDB29F07A8}"/>
              </a:ext>
            </a:extLst>
          </p:cNvPr>
          <p:cNvPicPr>
            <a:picLocks noChangeAspect="1"/>
          </p:cNvPicPr>
          <p:nvPr/>
        </p:nvPicPr>
        <p:blipFill>
          <a:blip r:embed="rId3"/>
          <a:srcRect l="12423" r="12423"/>
          <a:stretch/>
        </p:blipFill>
        <p:spPr>
          <a:xfrm>
            <a:off x="12670342" y="-1267676"/>
            <a:ext cx="5162286" cy="6869017"/>
          </a:xfrm>
          <a:custGeom>
            <a:avLst/>
            <a:gdLst>
              <a:gd name="connsiteX0" fmla="*/ 0 w 5168970"/>
              <a:gd name="connsiteY0" fmla="*/ 0 h 6858000"/>
              <a:gd name="connsiteX1" fmla="*/ 2402022 w 5168970"/>
              <a:gd name="connsiteY1" fmla="*/ 0 h 6858000"/>
              <a:gd name="connsiteX2" fmla="*/ 5168970 w 5168970"/>
              <a:gd name="connsiteY2" fmla="*/ 0 h 6858000"/>
              <a:gd name="connsiteX3" fmla="*/ 5168970 w 5168970"/>
              <a:gd name="connsiteY3" fmla="*/ 6858000 h 6858000"/>
              <a:gd name="connsiteX4" fmla="*/ 2402022 w 5168970"/>
              <a:gd name="connsiteY4" fmla="*/ 6858000 h 6858000"/>
              <a:gd name="connsiteX5" fmla="*/ 2386664 w 5168970"/>
              <a:gd name="connsiteY5" fmla="*/ 6858000 h 6858000"/>
              <a:gd name="connsiteX6" fmla="*/ 2386664 w 5168970"/>
              <a:gd name="connsiteY6" fmla="*/ 68141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8970" h="6858000">
                <a:moveTo>
                  <a:pt x="0" y="0"/>
                </a:moveTo>
                <a:lnTo>
                  <a:pt x="2402022" y="0"/>
                </a:lnTo>
                <a:lnTo>
                  <a:pt x="5168970" y="0"/>
                </a:lnTo>
                <a:lnTo>
                  <a:pt x="5168970" y="6858000"/>
                </a:lnTo>
                <a:lnTo>
                  <a:pt x="2402022" y="6858000"/>
                </a:lnTo>
                <a:lnTo>
                  <a:pt x="2386664" y="6858000"/>
                </a:lnTo>
                <a:lnTo>
                  <a:pt x="2386664" y="6814151"/>
                </a:lnTo>
                <a:close/>
              </a:path>
            </a:pathLst>
          </a:custGeom>
          <a:noFill/>
        </p:spPr>
      </p:pic>
    </p:spTree>
    <p:extLst>
      <p:ext uri="{BB962C8B-B14F-4D97-AF65-F5344CB8AC3E}">
        <p14:creationId xmlns:p14="http://schemas.microsoft.com/office/powerpoint/2010/main" val="292758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53B0E19-2532-48FB-9BA6-03F7D0996594}"/>
              </a:ext>
            </a:extLst>
          </p:cNvPr>
          <p:cNvSpPr/>
          <p:nvPr/>
        </p:nvSpPr>
        <p:spPr>
          <a:xfrm>
            <a:off x="5340000" y="5346626"/>
            <a:ext cx="756000" cy="7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itle 1">
            <a:extLst>
              <a:ext uri="{FF2B5EF4-FFF2-40B4-BE49-F238E27FC236}">
                <a16:creationId xmlns:a16="http://schemas.microsoft.com/office/drawing/2014/main" id="{E920C9EE-F491-2CEA-3A17-B8D74FCDC24D}"/>
              </a:ext>
            </a:extLst>
          </p:cNvPr>
          <p:cNvSpPr>
            <a:spLocks noGrp="1"/>
          </p:cNvSpPr>
          <p:nvPr>
            <p:ph type="ctrTitle"/>
          </p:nvPr>
        </p:nvSpPr>
        <p:spPr>
          <a:xfrm>
            <a:off x="239264" y="454910"/>
            <a:ext cx="5001987" cy="600927"/>
          </a:xfrm>
        </p:spPr>
        <p:txBody>
          <a:bodyPr/>
          <a:lstStyle/>
          <a:p>
            <a:pPr algn="ctr"/>
            <a:r>
              <a:rPr lang="en-US" b="1">
                <a:solidFill>
                  <a:srgbClr val="0035CD"/>
                </a:solidFill>
                <a:latin typeface="Aptos" panose="020B0004020202020204" pitchFamily="34" charset="0"/>
              </a:rPr>
              <a:t>Team Contributions</a:t>
            </a:r>
          </a:p>
        </p:txBody>
      </p:sp>
      <p:sp>
        <p:nvSpPr>
          <p:cNvPr id="31" name="Subtitle 2">
            <a:extLst>
              <a:ext uri="{FF2B5EF4-FFF2-40B4-BE49-F238E27FC236}">
                <a16:creationId xmlns:a16="http://schemas.microsoft.com/office/drawing/2014/main" id="{A75214D0-7E05-0881-55FA-35065C04837D}"/>
              </a:ext>
            </a:extLst>
          </p:cNvPr>
          <p:cNvSpPr>
            <a:spLocks noGrp="1"/>
          </p:cNvSpPr>
          <p:nvPr>
            <p:ph type="subTitle" idx="1"/>
          </p:nvPr>
        </p:nvSpPr>
        <p:spPr>
          <a:xfrm>
            <a:off x="6503109" y="1055837"/>
            <a:ext cx="5079290" cy="5223512"/>
          </a:xfrm>
        </p:spPr>
        <p:txBody>
          <a:bodyPr vert="horz" lIns="0" tIns="54000" rIns="0" bIns="0" rtlCol="0">
            <a:noAutofit/>
          </a:bodyPr>
          <a:lstStyle/>
          <a:p>
            <a:pPr marL="285750" indent="-285750">
              <a:buFont typeface="Arial"/>
              <a:buChar char="•"/>
            </a:pPr>
            <a:r>
              <a:rPr lang="en-AU" sz="1800" b="1">
                <a:ea typeface="+mn-lt"/>
                <a:cs typeface="+mn-lt"/>
              </a:rPr>
              <a:t>Edbert Wisely</a:t>
            </a:r>
            <a:r>
              <a:rPr lang="en-AU" sz="1800">
                <a:ea typeface="+mn-lt"/>
                <a:cs typeface="+mn-lt"/>
              </a:rPr>
              <a:t>: Presentation structure planner, decision matrix, and proposed solution #4.</a:t>
            </a:r>
            <a:endParaRPr lang="en-US" sz="1800"/>
          </a:p>
          <a:p>
            <a:pPr marL="285750" indent="-285750">
              <a:buFont typeface="Arial"/>
              <a:buChar char="•"/>
            </a:pPr>
            <a:endParaRPr lang="en-AU" sz="1800">
              <a:ea typeface="+mn-lt"/>
              <a:cs typeface="+mn-lt"/>
            </a:endParaRPr>
          </a:p>
          <a:p>
            <a:pPr marL="285750" indent="-285750">
              <a:buFont typeface="Arial"/>
              <a:buChar char="•"/>
            </a:pPr>
            <a:r>
              <a:rPr lang="en-AU" sz="1800" b="1">
                <a:ea typeface="+mn-lt"/>
                <a:cs typeface="+mn-lt"/>
              </a:rPr>
              <a:t>Fatih </a:t>
            </a:r>
            <a:r>
              <a:rPr lang="en-AU" sz="1800" b="1" err="1">
                <a:ea typeface="+mn-lt"/>
                <a:cs typeface="+mn-lt"/>
              </a:rPr>
              <a:t>Putranda</a:t>
            </a:r>
            <a:r>
              <a:rPr lang="en-AU" sz="1800" b="1">
                <a:ea typeface="+mn-lt"/>
                <a:cs typeface="+mn-lt"/>
              </a:rPr>
              <a:t> Lesmana</a:t>
            </a:r>
            <a:r>
              <a:rPr lang="en-AU" sz="1800">
                <a:ea typeface="+mn-lt"/>
                <a:cs typeface="+mn-lt"/>
              </a:rPr>
              <a:t>: Presentation design and design solution criteria.</a:t>
            </a:r>
            <a:endParaRPr lang="en-AU" sz="1800"/>
          </a:p>
          <a:p>
            <a:pPr marL="285750" indent="-285750">
              <a:buFont typeface="Arial"/>
              <a:buChar char="•"/>
            </a:pPr>
            <a:endParaRPr lang="en-AU" sz="1800">
              <a:ea typeface="+mn-lt"/>
              <a:cs typeface="+mn-lt"/>
            </a:endParaRPr>
          </a:p>
          <a:p>
            <a:pPr marL="285750" indent="-285750">
              <a:buFont typeface="Arial"/>
              <a:buChar char="•"/>
            </a:pPr>
            <a:r>
              <a:rPr lang="en-AU" sz="1800" b="1">
                <a:ea typeface="+mn-lt"/>
                <a:cs typeface="+mn-lt"/>
              </a:rPr>
              <a:t>Glenny </a:t>
            </a:r>
            <a:r>
              <a:rPr lang="en-AU" sz="1800" b="1" err="1">
                <a:ea typeface="+mn-lt"/>
                <a:cs typeface="+mn-lt"/>
              </a:rPr>
              <a:t>Veneesha</a:t>
            </a:r>
            <a:r>
              <a:rPr lang="en-AU" sz="1800">
                <a:ea typeface="+mn-lt"/>
                <a:cs typeface="+mn-lt"/>
              </a:rPr>
              <a:t>: Decision matrix, proposed solution #3, and current practices &amp; solutions.</a:t>
            </a:r>
            <a:endParaRPr lang="en-AU" sz="1800"/>
          </a:p>
          <a:p>
            <a:pPr marL="285750" indent="-285750">
              <a:buFont typeface="Arial"/>
              <a:buChar char="•"/>
            </a:pPr>
            <a:endParaRPr lang="en-AU" sz="1800">
              <a:ea typeface="+mn-lt"/>
              <a:cs typeface="+mn-lt"/>
            </a:endParaRPr>
          </a:p>
          <a:p>
            <a:pPr marL="285750" indent="-285750">
              <a:buFont typeface="Arial"/>
              <a:buChar char="•"/>
            </a:pPr>
            <a:r>
              <a:rPr lang="en-AU" sz="1800" b="1" err="1">
                <a:ea typeface="+mn-lt"/>
                <a:cs typeface="+mn-lt"/>
              </a:rPr>
              <a:t>Hangyeon</a:t>
            </a:r>
            <a:r>
              <a:rPr lang="en-AU" sz="1800" b="1">
                <a:ea typeface="+mn-lt"/>
                <a:cs typeface="+mn-lt"/>
              </a:rPr>
              <a:t> Cho</a:t>
            </a:r>
            <a:r>
              <a:rPr lang="en-AU" sz="1800">
                <a:ea typeface="+mn-lt"/>
                <a:cs typeface="+mn-lt"/>
              </a:rPr>
              <a:t>: Presentation structure planner, proposed solution #1 and conclusion.</a:t>
            </a:r>
            <a:endParaRPr lang="en-AU" sz="1800"/>
          </a:p>
          <a:p>
            <a:pPr marL="285750" indent="-285750">
              <a:buFont typeface="Arial"/>
              <a:buChar char="•"/>
            </a:pPr>
            <a:endParaRPr lang="en-AU" sz="1800">
              <a:ea typeface="+mn-lt"/>
              <a:cs typeface="+mn-lt"/>
            </a:endParaRPr>
          </a:p>
          <a:p>
            <a:pPr marL="285750" indent="-285750">
              <a:buFont typeface="Arial"/>
              <a:buChar char="•"/>
            </a:pPr>
            <a:r>
              <a:rPr lang="en-AU" sz="1800" b="1">
                <a:ea typeface="+mn-lt"/>
                <a:cs typeface="+mn-lt"/>
              </a:rPr>
              <a:t>Karell Yusdygo</a:t>
            </a:r>
            <a:r>
              <a:rPr lang="en-AU" sz="1800">
                <a:ea typeface="+mn-lt"/>
                <a:cs typeface="+mn-lt"/>
              </a:rPr>
              <a:t>: Proposed solution #2, challenges, and finalizing the presentation and reference checklist.</a:t>
            </a:r>
            <a:endParaRPr lang="en-AU" sz="1800"/>
          </a:p>
          <a:p>
            <a:pPr marL="285750" indent="-285750">
              <a:buFont typeface="Arial"/>
              <a:buChar char="•"/>
            </a:pPr>
            <a:endParaRPr lang="en-AU" sz="1800">
              <a:ea typeface="+mn-lt"/>
              <a:cs typeface="+mn-lt"/>
            </a:endParaRPr>
          </a:p>
          <a:p>
            <a:pPr marL="285750" indent="-285750">
              <a:buFont typeface="Arial"/>
              <a:buChar char="•"/>
            </a:pPr>
            <a:r>
              <a:rPr lang="en-AU" sz="1800" b="1">
                <a:ea typeface="+mn-lt"/>
                <a:cs typeface="+mn-lt"/>
              </a:rPr>
              <a:t>Yiming Bian</a:t>
            </a:r>
            <a:r>
              <a:rPr lang="en-AU" sz="1800">
                <a:ea typeface="+mn-lt"/>
                <a:cs typeface="+mn-lt"/>
              </a:rPr>
              <a:t>: Presentation design, and finalizing background information and constraints.</a:t>
            </a:r>
            <a:endParaRPr lang="en-AU" sz="1800"/>
          </a:p>
          <a:p>
            <a:endParaRPr lang="en-AU" sz="1800"/>
          </a:p>
        </p:txBody>
      </p:sp>
      <p:sp>
        <p:nvSpPr>
          <p:cNvPr id="8" name="Slide Number Placeholder 7">
            <a:extLst>
              <a:ext uri="{FF2B5EF4-FFF2-40B4-BE49-F238E27FC236}">
                <a16:creationId xmlns:a16="http://schemas.microsoft.com/office/drawing/2014/main" id="{DC0B810D-58FB-68CB-8927-449EBC047162}"/>
              </a:ext>
            </a:extLst>
          </p:cNvPr>
          <p:cNvSpPr>
            <a:spLocks noGrp="1"/>
          </p:cNvSpPr>
          <p:nvPr>
            <p:ph type="sldNum" sz="quarter" idx="4"/>
          </p:nvPr>
        </p:nvSpPr>
        <p:spPr/>
        <p:txBody>
          <a:bodyPr/>
          <a:lstStyle/>
          <a:p>
            <a:fld id="{5F51FA37-3D95-DD4F-A79E-5508DFB6D295}" type="slidenum">
              <a:rPr lang="en-US" smtClean="0"/>
              <a:t>2</a:t>
            </a:fld>
            <a:endParaRPr lang="en-US"/>
          </a:p>
        </p:txBody>
      </p:sp>
      <p:pic>
        <p:nvPicPr>
          <p:cNvPr id="5" name="Picture Placeholder 4">
            <a:extLst>
              <a:ext uri="{FF2B5EF4-FFF2-40B4-BE49-F238E27FC236}">
                <a16:creationId xmlns:a16="http://schemas.microsoft.com/office/drawing/2014/main" id="{1443697D-6E2A-AE6C-9682-F02A9999BCDD}"/>
              </a:ext>
            </a:extLst>
          </p:cNvPr>
          <p:cNvPicPr>
            <a:picLocks noGrp="1" noChangeAspect="1"/>
          </p:cNvPicPr>
          <p:nvPr>
            <p:ph type="pic" idx="10"/>
          </p:nvPr>
        </p:nvPicPr>
        <p:blipFill>
          <a:blip r:embed="rId3"/>
          <a:srcRect l="11897" t="-235" r="17983" b="-20040"/>
          <a:stretch>
            <a:fillRect/>
          </a:stretch>
        </p:blipFill>
        <p:spPr>
          <a:xfrm>
            <a:off x="773856" y="1565266"/>
            <a:ext cx="4560982" cy="4537360"/>
          </a:xfrm>
        </p:spPr>
      </p:pic>
      <p:sp>
        <p:nvSpPr>
          <p:cNvPr id="28" name="Rectangle 27">
            <a:extLst>
              <a:ext uri="{FF2B5EF4-FFF2-40B4-BE49-F238E27FC236}">
                <a16:creationId xmlns:a16="http://schemas.microsoft.com/office/drawing/2014/main" id="{7C670E09-18F4-37DC-4537-DB92E4D090FF}"/>
              </a:ext>
            </a:extLst>
          </p:cNvPr>
          <p:cNvSpPr/>
          <p:nvPr/>
        </p:nvSpPr>
        <p:spPr>
          <a:xfrm>
            <a:off x="4817228" y="1248392"/>
            <a:ext cx="1519200" cy="1519200"/>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CDC9F86-2895-A04F-4FC2-A303C19CEB6F}"/>
              </a:ext>
            </a:extLst>
          </p:cNvPr>
          <p:cNvSpPr txBox="1"/>
          <p:nvPr/>
        </p:nvSpPr>
        <p:spPr>
          <a:xfrm>
            <a:off x="709207" y="5385815"/>
            <a:ext cx="6100354" cy="246221"/>
          </a:xfrm>
          <a:prstGeom prst="rect">
            <a:avLst/>
          </a:prstGeom>
          <a:noFill/>
        </p:spPr>
        <p:txBody>
          <a:bodyPr wrap="square">
            <a:spAutoFit/>
          </a:bodyPr>
          <a:lstStyle/>
          <a:p>
            <a:r>
              <a:rPr lang="en-ID" sz="1000"/>
              <a:t>(Photograph by the author)</a:t>
            </a:r>
            <a:endParaRPr lang="en-US" sz="1000"/>
          </a:p>
        </p:txBody>
      </p:sp>
      <p:sp>
        <p:nvSpPr>
          <p:cNvPr id="4" name="TextBox 3">
            <a:extLst>
              <a:ext uri="{FF2B5EF4-FFF2-40B4-BE49-F238E27FC236}">
                <a16:creationId xmlns:a16="http://schemas.microsoft.com/office/drawing/2014/main" id="{452B3985-9878-3027-D097-EF8E7C659523}"/>
              </a:ext>
            </a:extLst>
          </p:cNvPr>
          <p:cNvSpPr txBox="1"/>
          <p:nvPr/>
        </p:nvSpPr>
        <p:spPr>
          <a:xfrm>
            <a:off x="709207" y="1187688"/>
            <a:ext cx="641522" cy="246221"/>
          </a:xfrm>
          <a:prstGeom prst="rect">
            <a:avLst/>
          </a:prstGeom>
          <a:noFill/>
        </p:spPr>
        <p:txBody>
          <a:bodyPr wrap="none" rtlCol="0">
            <a:spAutoFit/>
          </a:bodyPr>
          <a:lstStyle/>
          <a:p>
            <a:r>
              <a:rPr lang="en-US" sz="1000" b="1"/>
              <a:t>Figure 2</a:t>
            </a:r>
          </a:p>
        </p:txBody>
      </p:sp>
      <p:sp>
        <p:nvSpPr>
          <p:cNvPr id="6" name="TextBox 5">
            <a:extLst>
              <a:ext uri="{FF2B5EF4-FFF2-40B4-BE49-F238E27FC236}">
                <a16:creationId xmlns:a16="http://schemas.microsoft.com/office/drawing/2014/main" id="{83DC54EA-0C32-80DD-4E68-56A3BF521463}"/>
              </a:ext>
            </a:extLst>
          </p:cNvPr>
          <p:cNvSpPr txBox="1"/>
          <p:nvPr/>
        </p:nvSpPr>
        <p:spPr>
          <a:xfrm>
            <a:off x="709207" y="1342736"/>
            <a:ext cx="1672253" cy="246221"/>
          </a:xfrm>
          <a:prstGeom prst="rect">
            <a:avLst/>
          </a:prstGeom>
          <a:noFill/>
        </p:spPr>
        <p:txBody>
          <a:bodyPr wrap="none" rtlCol="0">
            <a:spAutoFit/>
          </a:bodyPr>
          <a:lstStyle/>
          <a:p>
            <a:r>
              <a:rPr lang="en-ID" sz="1000" i="1"/>
              <a:t>Power Rangers team photo</a:t>
            </a:r>
            <a:endParaRPr lang="en-US" sz="800" i="1"/>
          </a:p>
        </p:txBody>
      </p:sp>
    </p:spTree>
    <p:extLst>
      <p:ext uri="{BB962C8B-B14F-4D97-AF65-F5344CB8AC3E}">
        <p14:creationId xmlns:p14="http://schemas.microsoft.com/office/powerpoint/2010/main" val="3225717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4BEA"/>
        </a:solidFill>
        <a:effectLst/>
      </p:bgPr>
    </p:bg>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DD7ECFE7-9BD7-0FA9-5DAE-0D5322DB42AC}"/>
              </a:ext>
            </a:extLst>
          </p:cNvPr>
          <p:cNvSpPr txBox="1"/>
          <p:nvPr/>
        </p:nvSpPr>
        <p:spPr>
          <a:xfrm>
            <a:off x="5580390" y="3141325"/>
            <a:ext cx="3432982" cy="769441"/>
          </a:xfrm>
          <a:prstGeom prst="rect">
            <a:avLst/>
          </a:prstGeom>
          <a:noFill/>
        </p:spPr>
        <p:txBody>
          <a:bodyPr wrap="square" lIns="91440" tIns="45720" rIns="91440" bIns="45720" rtlCol="0" anchor="t">
            <a:spAutoFit/>
          </a:bodyPr>
          <a:lstStyle/>
          <a:p>
            <a:r>
              <a:rPr lang="en-US" sz="4400" b="1">
                <a:solidFill>
                  <a:schemeClr val="bg1"/>
                </a:solidFill>
                <a:latin typeface="Aptos"/>
                <a:cs typeface="Arial"/>
              </a:rPr>
              <a:t>Background</a:t>
            </a:r>
            <a:endParaRPr lang="en-US" sz="4400" b="1">
              <a:solidFill>
                <a:schemeClr val="bg1"/>
              </a:solidFill>
              <a:latin typeface="Aptos" panose="020B0004020202020204" pitchFamily="34" charset="0"/>
              <a:cs typeface="Arial" panose="020B0604020202020204" pitchFamily="34" charset="0"/>
            </a:endParaRPr>
          </a:p>
        </p:txBody>
      </p:sp>
      <p:pic>
        <p:nvPicPr>
          <p:cNvPr id="46" name="Google Shape;75;p13">
            <a:extLst>
              <a:ext uri="{FF2B5EF4-FFF2-40B4-BE49-F238E27FC236}">
                <a16:creationId xmlns:a16="http://schemas.microsoft.com/office/drawing/2014/main" id="{99718030-D474-D1C4-86B2-2BE620714E3E}"/>
              </a:ext>
            </a:extLst>
          </p:cNvPr>
          <p:cNvPicPr preferRelativeResize="0"/>
          <p:nvPr/>
        </p:nvPicPr>
        <p:blipFill rotWithShape="1">
          <a:blip r:embed="rId3">
            <a:alphaModFix/>
          </a:blip>
          <a:srcRect/>
          <a:stretch/>
        </p:blipFill>
        <p:spPr>
          <a:xfrm>
            <a:off x="3016859" y="4588316"/>
            <a:ext cx="1407458" cy="2269684"/>
          </a:xfrm>
          <a:prstGeom prst="rect">
            <a:avLst/>
          </a:prstGeom>
          <a:noFill/>
          <a:ln>
            <a:noFill/>
          </a:ln>
        </p:spPr>
      </p:pic>
      <p:pic>
        <p:nvPicPr>
          <p:cNvPr id="45" name="Google Shape;74;p13">
            <a:extLst>
              <a:ext uri="{FF2B5EF4-FFF2-40B4-BE49-F238E27FC236}">
                <a16:creationId xmlns:a16="http://schemas.microsoft.com/office/drawing/2014/main" id="{B135606E-CD9C-D11C-951D-30ED21D08472}"/>
              </a:ext>
            </a:extLst>
          </p:cNvPr>
          <p:cNvPicPr preferRelativeResize="0"/>
          <p:nvPr/>
        </p:nvPicPr>
        <p:blipFill rotWithShape="1">
          <a:blip r:embed="rId4">
            <a:alphaModFix/>
          </a:blip>
          <a:srcRect/>
          <a:stretch/>
        </p:blipFill>
        <p:spPr>
          <a:xfrm>
            <a:off x="1081878" y="2100"/>
            <a:ext cx="779006" cy="2510902"/>
          </a:xfrm>
          <a:prstGeom prst="rect">
            <a:avLst/>
          </a:prstGeom>
          <a:noFill/>
          <a:ln>
            <a:noFill/>
          </a:ln>
        </p:spPr>
      </p:pic>
      <p:sp>
        <p:nvSpPr>
          <p:cNvPr id="23" name="Rectangle 22">
            <a:extLst>
              <a:ext uri="{FF2B5EF4-FFF2-40B4-BE49-F238E27FC236}">
                <a16:creationId xmlns:a16="http://schemas.microsoft.com/office/drawing/2014/main" id="{EBFCD0E5-51F1-B056-8294-FD33119FF7EC}"/>
              </a:ext>
            </a:extLst>
          </p:cNvPr>
          <p:cNvSpPr/>
          <p:nvPr/>
        </p:nvSpPr>
        <p:spPr>
          <a:xfrm>
            <a:off x="506891" y="1286229"/>
            <a:ext cx="4542115" cy="4474327"/>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 name="connsiteX0" fmla="*/ 0 w 10000"/>
              <a:gd name="connsiteY0" fmla="*/ 7027 h 12027"/>
              <a:gd name="connsiteX1" fmla="*/ 4371 w 10000"/>
              <a:gd name="connsiteY1" fmla="*/ 0 h 12027"/>
              <a:gd name="connsiteX2" fmla="*/ 8000 w 10000"/>
              <a:gd name="connsiteY2" fmla="*/ 2027 h 12027"/>
              <a:gd name="connsiteX3" fmla="*/ 10000 w 10000"/>
              <a:gd name="connsiteY3" fmla="*/ 7027 h 12027"/>
              <a:gd name="connsiteX4" fmla="*/ 8000 w 10000"/>
              <a:gd name="connsiteY4" fmla="*/ 12027 h 12027"/>
              <a:gd name="connsiteX5" fmla="*/ 2000 w 10000"/>
              <a:gd name="connsiteY5" fmla="*/ 12027 h 12027"/>
              <a:gd name="connsiteX6" fmla="*/ 0 w 10000"/>
              <a:gd name="connsiteY6" fmla="*/ 7027 h 12027"/>
              <a:gd name="connsiteX0" fmla="*/ 0 w 10552"/>
              <a:gd name="connsiteY0" fmla="*/ 5254 h 12027"/>
              <a:gd name="connsiteX1" fmla="*/ 4923 w 10552"/>
              <a:gd name="connsiteY1" fmla="*/ 0 h 12027"/>
              <a:gd name="connsiteX2" fmla="*/ 8552 w 10552"/>
              <a:gd name="connsiteY2" fmla="*/ 2027 h 12027"/>
              <a:gd name="connsiteX3" fmla="*/ 10552 w 10552"/>
              <a:gd name="connsiteY3" fmla="*/ 7027 h 12027"/>
              <a:gd name="connsiteX4" fmla="*/ 8552 w 10552"/>
              <a:gd name="connsiteY4" fmla="*/ 12027 h 12027"/>
              <a:gd name="connsiteX5" fmla="*/ 2552 w 10552"/>
              <a:gd name="connsiteY5" fmla="*/ 12027 h 12027"/>
              <a:gd name="connsiteX6" fmla="*/ 0 w 10552"/>
              <a:gd name="connsiteY6" fmla="*/ 5254 h 12027"/>
              <a:gd name="connsiteX0" fmla="*/ 0 w 10552"/>
              <a:gd name="connsiteY0" fmla="*/ 5254 h 13040"/>
              <a:gd name="connsiteX1" fmla="*/ 4923 w 10552"/>
              <a:gd name="connsiteY1" fmla="*/ 0 h 13040"/>
              <a:gd name="connsiteX2" fmla="*/ 8552 w 10552"/>
              <a:gd name="connsiteY2" fmla="*/ 2027 h 13040"/>
              <a:gd name="connsiteX3" fmla="*/ 10552 w 10552"/>
              <a:gd name="connsiteY3" fmla="*/ 7027 h 13040"/>
              <a:gd name="connsiteX4" fmla="*/ 8552 w 10552"/>
              <a:gd name="connsiteY4" fmla="*/ 12027 h 13040"/>
              <a:gd name="connsiteX5" fmla="*/ 2682 w 10552"/>
              <a:gd name="connsiteY5" fmla="*/ 13040 h 13040"/>
              <a:gd name="connsiteX6" fmla="*/ 0 w 10552"/>
              <a:gd name="connsiteY6" fmla="*/ 5254 h 13040"/>
              <a:gd name="connsiteX0" fmla="*/ 0 w 10552"/>
              <a:gd name="connsiteY0" fmla="*/ 5254 h 14864"/>
              <a:gd name="connsiteX1" fmla="*/ 4923 w 10552"/>
              <a:gd name="connsiteY1" fmla="*/ 0 h 14864"/>
              <a:gd name="connsiteX2" fmla="*/ 8552 w 10552"/>
              <a:gd name="connsiteY2" fmla="*/ 2027 h 14864"/>
              <a:gd name="connsiteX3" fmla="*/ 10552 w 10552"/>
              <a:gd name="connsiteY3" fmla="*/ 7027 h 14864"/>
              <a:gd name="connsiteX4" fmla="*/ 5012 w 10552"/>
              <a:gd name="connsiteY4" fmla="*/ 14864 h 14864"/>
              <a:gd name="connsiteX5" fmla="*/ 2682 w 10552"/>
              <a:gd name="connsiteY5" fmla="*/ 13040 h 14864"/>
              <a:gd name="connsiteX6" fmla="*/ 0 w 10552"/>
              <a:gd name="connsiteY6" fmla="*/ 5254 h 14864"/>
              <a:gd name="connsiteX0" fmla="*/ 0 w 9870"/>
              <a:gd name="connsiteY0" fmla="*/ 5254 h 14864"/>
              <a:gd name="connsiteX1" fmla="*/ 4923 w 9870"/>
              <a:gd name="connsiteY1" fmla="*/ 0 h 14864"/>
              <a:gd name="connsiteX2" fmla="*/ 8552 w 9870"/>
              <a:gd name="connsiteY2" fmla="*/ 2027 h 14864"/>
              <a:gd name="connsiteX3" fmla="*/ 9870 w 9870"/>
              <a:gd name="connsiteY3" fmla="*/ 10016 h 14864"/>
              <a:gd name="connsiteX4" fmla="*/ 5012 w 9870"/>
              <a:gd name="connsiteY4" fmla="*/ 14864 h 14864"/>
              <a:gd name="connsiteX5" fmla="*/ 2682 w 9870"/>
              <a:gd name="connsiteY5" fmla="*/ 13040 h 14864"/>
              <a:gd name="connsiteX6" fmla="*/ 0 w 9870"/>
              <a:gd name="connsiteY6" fmla="*/ 5254 h 14864"/>
              <a:gd name="connsiteX0" fmla="*/ 0 w 10000"/>
              <a:gd name="connsiteY0" fmla="*/ 3535 h 10000"/>
              <a:gd name="connsiteX1" fmla="*/ 4988 w 10000"/>
              <a:gd name="connsiteY1" fmla="*/ 0 h 10000"/>
              <a:gd name="connsiteX2" fmla="*/ 8204 w 10000"/>
              <a:gd name="connsiteY2" fmla="*/ 1807 h 10000"/>
              <a:gd name="connsiteX3" fmla="*/ 10000 w 10000"/>
              <a:gd name="connsiteY3" fmla="*/ 6738 h 10000"/>
              <a:gd name="connsiteX4" fmla="*/ 5078 w 10000"/>
              <a:gd name="connsiteY4" fmla="*/ 10000 h 10000"/>
              <a:gd name="connsiteX5" fmla="*/ 2717 w 10000"/>
              <a:gd name="connsiteY5" fmla="*/ 8773 h 10000"/>
              <a:gd name="connsiteX6" fmla="*/ 0 w 10000"/>
              <a:gd name="connsiteY6" fmla="*/ 3535 h 10000"/>
              <a:gd name="connsiteX0" fmla="*/ 0 w 10000"/>
              <a:gd name="connsiteY0" fmla="*/ 3535 h 10205"/>
              <a:gd name="connsiteX1" fmla="*/ 4988 w 10000"/>
              <a:gd name="connsiteY1" fmla="*/ 0 h 10205"/>
              <a:gd name="connsiteX2" fmla="*/ 8204 w 10000"/>
              <a:gd name="connsiteY2" fmla="*/ 1807 h 10205"/>
              <a:gd name="connsiteX3" fmla="*/ 10000 w 10000"/>
              <a:gd name="connsiteY3" fmla="*/ 6738 h 10205"/>
              <a:gd name="connsiteX4" fmla="*/ 5111 w 10000"/>
              <a:gd name="connsiteY4" fmla="*/ 10205 h 10205"/>
              <a:gd name="connsiteX5" fmla="*/ 2717 w 10000"/>
              <a:gd name="connsiteY5" fmla="*/ 8773 h 10205"/>
              <a:gd name="connsiteX6" fmla="*/ 0 w 10000"/>
              <a:gd name="connsiteY6" fmla="*/ 3535 h 1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205">
                <a:moveTo>
                  <a:pt x="0" y="3535"/>
                </a:moveTo>
                <a:lnTo>
                  <a:pt x="4988" y="0"/>
                </a:lnTo>
                <a:lnTo>
                  <a:pt x="8204" y="1807"/>
                </a:lnTo>
                <a:lnTo>
                  <a:pt x="10000" y="6738"/>
                </a:lnTo>
                <a:lnTo>
                  <a:pt x="5111" y="10205"/>
                </a:lnTo>
                <a:lnTo>
                  <a:pt x="2717" y="8773"/>
                </a:lnTo>
                <a:lnTo>
                  <a:pt x="0" y="3535"/>
                </a:lnTo>
                <a:close/>
              </a:path>
            </a:pathLst>
          </a:custGeom>
          <a:blipFill>
            <a:blip r:embed="rId5"/>
            <a:stretch>
              <a:fillRect l="-30248" t="-6348" r="-33739" b="-212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C1F2AFBD-14DC-2CB7-3182-97635A21D771}"/>
              </a:ext>
            </a:extLst>
          </p:cNvPr>
          <p:cNvGrpSpPr/>
          <p:nvPr/>
        </p:nvGrpSpPr>
        <p:grpSpPr>
          <a:xfrm>
            <a:off x="3932237" y="2513002"/>
            <a:ext cx="1501739" cy="1397763"/>
            <a:chOff x="470037" y="1625058"/>
            <a:chExt cx="833671" cy="775950"/>
          </a:xfrm>
        </p:grpSpPr>
        <p:sp>
          <p:nvSpPr>
            <p:cNvPr id="20" name="Google Shape;1119;p48">
              <a:extLst>
                <a:ext uri="{FF2B5EF4-FFF2-40B4-BE49-F238E27FC236}">
                  <a16:creationId xmlns:a16="http://schemas.microsoft.com/office/drawing/2014/main" id="{B59C8A3E-8E0E-1E28-8267-06E78F7F1F86}"/>
                </a:ext>
              </a:extLst>
            </p:cNvPr>
            <p:cNvSpPr/>
            <p:nvPr/>
          </p:nvSpPr>
          <p:spPr>
            <a:xfrm rot="10800000">
              <a:off x="470037" y="1625058"/>
              <a:ext cx="833671" cy="775950"/>
            </a:xfrm>
            <a:custGeom>
              <a:avLst/>
              <a:gdLst/>
              <a:ahLst/>
              <a:cxnLst/>
              <a:rect l="l" t="t" r="r" b="b"/>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21" name="TextBox 20">
              <a:extLst>
                <a:ext uri="{FF2B5EF4-FFF2-40B4-BE49-F238E27FC236}">
                  <a16:creationId xmlns:a16="http://schemas.microsoft.com/office/drawing/2014/main" id="{83BC3103-9F49-BBEF-F329-55F2CD0DF0AA}"/>
                </a:ext>
              </a:extLst>
            </p:cNvPr>
            <p:cNvSpPr txBox="1"/>
            <p:nvPr/>
          </p:nvSpPr>
          <p:spPr>
            <a:xfrm>
              <a:off x="623833" y="1833110"/>
              <a:ext cx="536666" cy="392974"/>
            </a:xfrm>
            <a:prstGeom prst="rect">
              <a:avLst/>
            </a:prstGeom>
            <a:noFill/>
          </p:spPr>
          <p:txBody>
            <a:bodyPr wrap="square" rtlCol="0">
              <a:spAutoFit/>
            </a:bodyPr>
            <a:lstStyle/>
            <a:p>
              <a:pPr algn="ctr"/>
              <a:r>
                <a:rPr lang="en-US" sz="4000" b="1">
                  <a:solidFill>
                    <a:schemeClr val="bg1"/>
                  </a:solidFill>
                  <a:latin typeface="Aptos" panose="020B0004020202020204" pitchFamily="34" charset="0"/>
                  <a:cs typeface="Arial" panose="020B0604020202020204" pitchFamily="34" charset="0"/>
                </a:rPr>
                <a:t>01</a:t>
              </a:r>
            </a:p>
          </p:txBody>
        </p:sp>
      </p:grpSp>
      <p:pic>
        <p:nvPicPr>
          <p:cNvPr id="2" name="Picture 1" descr="t.png (200×173)">
            <a:extLst>
              <a:ext uri="{FF2B5EF4-FFF2-40B4-BE49-F238E27FC236}">
                <a16:creationId xmlns:a16="http://schemas.microsoft.com/office/drawing/2014/main" id="{AD3CF48F-7DA8-DE42-6C83-37CE4B71C9DB}"/>
              </a:ext>
            </a:extLst>
          </p:cNvPr>
          <p:cNvPicPr>
            <a:picLocks noChangeAspect="1"/>
          </p:cNvPicPr>
          <p:nvPr/>
        </p:nvPicPr>
        <p:blipFill>
          <a:blip r:embed="rId6">
            <a:alphaModFix amt="5000"/>
          </a:blip>
          <a:stretch>
            <a:fillRect/>
          </a:stretch>
        </p:blipFill>
        <p:spPr>
          <a:xfrm rot="18281785">
            <a:off x="5910179" y="2578356"/>
            <a:ext cx="2352157" cy="2034616"/>
          </a:xfrm>
          <a:prstGeom prst="rect">
            <a:avLst/>
          </a:prstGeom>
        </p:spPr>
      </p:pic>
      <p:sp>
        <p:nvSpPr>
          <p:cNvPr id="6" name="TextBox 5">
            <a:extLst>
              <a:ext uri="{FF2B5EF4-FFF2-40B4-BE49-F238E27FC236}">
                <a16:creationId xmlns:a16="http://schemas.microsoft.com/office/drawing/2014/main" id="{5BB04CEF-FB7D-2D83-86E4-B2A521E9CAA2}"/>
              </a:ext>
            </a:extLst>
          </p:cNvPr>
          <p:cNvSpPr txBox="1"/>
          <p:nvPr/>
        </p:nvSpPr>
        <p:spPr>
          <a:xfrm>
            <a:off x="3491399" y="1077406"/>
            <a:ext cx="667170" cy="246221"/>
          </a:xfrm>
          <a:prstGeom prst="rect">
            <a:avLst/>
          </a:prstGeom>
          <a:noFill/>
        </p:spPr>
        <p:txBody>
          <a:bodyPr wrap="square" rtlCol="0">
            <a:spAutoFit/>
          </a:bodyPr>
          <a:lstStyle/>
          <a:p>
            <a:r>
              <a:rPr lang="en-US" sz="1000" b="1">
                <a:solidFill>
                  <a:schemeClr val="bg1">
                    <a:alpha val="50090"/>
                  </a:schemeClr>
                </a:solidFill>
              </a:rPr>
              <a:t>Figure 3 </a:t>
            </a:r>
          </a:p>
        </p:txBody>
      </p:sp>
      <p:sp>
        <p:nvSpPr>
          <p:cNvPr id="7" name="TextBox 6">
            <a:extLst>
              <a:ext uri="{FF2B5EF4-FFF2-40B4-BE49-F238E27FC236}">
                <a16:creationId xmlns:a16="http://schemas.microsoft.com/office/drawing/2014/main" id="{BF86BA37-06C9-950F-4C8C-C51E9EF64350}"/>
              </a:ext>
            </a:extLst>
          </p:cNvPr>
          <p:cNvSpPr txBox="1"/>
          <p:nvPr/>
        </p:nvSpPr>
        <p:spPr>
          <a:xfrm>
            <a:off x="3491400" y="1252830"/>
            <a:ext cx="1907872" cy="400110"/>
          </a:xfrm>
          <a:prstGeom prst="rect">
            <a:avLst/>
          </a:prstGeom>
          <a:noFill/>
        </p:spPr>
        <p:txBody>
          <a:bodyPr wrap="square" rtlCol="0">
            <a:spAutoFit/>
          </a:bodyPr>
          <a:lstStyle/>
          <a:p>
            <a:r>
              <a:rPr lang="en-ID" sz="1000" i="1">
                <a:solidFill>
                  <a:schemeClr val="bg1">
                    <a:alpha val="50090"/>
                  </a:schemeClr>
                </a:solidFill>
              </a:rPr>
              <a:t>Karen Liddy and Elaine Liddy, both rangers in the park</a:t>
            </a:r>
            <a:endParaRPr lang="en-US" sz="800" i="1">
              <a:solidFill>
                <a:schemeClr val="bg1">
                  <a:alpha val="50090"/>
                </a:schemeClr>
              </a:solidFill>
            </a:endParaRPr>
          </a:p>
        </p:txBody>
      </p:sp>
      <p:sp>
        <p:nvSpPr>
          <p:cNvPr id="9" name="TextBox 8">
            <a:extLst>
              <a:ext uri="{FF2B5EF4-FFF2-40B4-BE49-F238E27FC236}">
                <a16:creationId xmlns:a16="http://schemas.microsoft.com/office/drawing/2014/main" id="{52BA460B-7B6D-CBB5-8D6B-DE9535572E80}"/>
              </a:ext>
            </a:extLst>
          </p:cNvPr>
          <p:cNvSpPr txBox="1"/>
          <p:nvPr/>
        </p:nvSpPr>
        <p:spPr>
          <a:xfrm>
            <a:off x="1746710" y="5600047"/>
            <a:ext cx="885179" cy="246221"/>
          </a:xfrm>
          <a:prstGeom prst="rect">
            <a:avLst/>
          </a:prstGeom>
          <a:noFill/>
        </p:spPr>
        <p:txBody>
          <a:bodyPr wrap="none" rtlCol="0">
            <a:spAutoFit/>
          </a:bodyPr>
          <a:lstStyle/>
          <a:p>
            <a:r>
              <a:rPr lang="en-US" sz="1000">
                <a:solidFill>
                  <a:schemeClr val="bg1">
                    <a:alpha val="50112"/>
                  </a:schemeClr>
                </a:solidFill>
              </a:rPr>
              <a:t>(Earl, 2018b)</a:t>
            </a:r>
          </a:p>
        </p:txBody>
      </p:sp>
    </p:spTree>
    <p:extLst>
      <p:ext uri="{BB962C8B-B14F-4D97-AF65-F5344CB8AC3E}">
        <p14:creationId xmlns:p14="http://schemas.microsoft.com/office/powerpoint/2010/main" val="1025866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5934D-3E57-0FC4-D8A4-D89B79E42D7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186A187-7CC4-945D-E35B-5897ACF67E09}"/>
              </a:ext>
            </a:extLst>
          </p:cNvPr>
          <p:cNvSpPr>
            <a:spLocks noGrp="1"/>
          </p:cNvSpPr>
          <p:nvPr>
            <p:ph type="ftr" sz="quarter" idx="11"/>
          </p:nvPr>
        </p:nvSpPr>
        <p:spPr/>
        <p:txBody>
          <a:bodyPr/>
          <a:lstStyle/>
          <a:p>
            <a:r>
              <a:rPr lang="en-US">
                <a:latin typeface="Aptos"/>
                <a:cs typeface="Arial"/>
              </a:rPr>
              <a:t>Background Information | Yiming Bian</a:t>
            </a:r>
            <a:endParaRPr lang="en-US"/>
          </a:p>
        </p:txBody>
      </p:sp>
      <p:sp>
        <p:nvSpPr>
          <p:cNvPr id="9" name="MH_SubTitle_1">
            <a:extLst>
              <a:ext uri="{FF2B5EF4-FFF2-40B4-BE49-F238E27FC236}">
                <a16:creationId xmlns:a16="http://schemas.microsoft.com/office/drawing/2014/main" id="{1B36102C-847A-7235-65FF-D71FF2B5FA5B}"/>
              </a:ext>
            </a:extLst>
          </p:cNvPr>
          <p:cNvSpPr/>
          <p:nvPr>
            <p:custDataLst>
              <p:tags r:id="rId1"/>
            </p:custDataLst>
          </p:nvPr>
        </p:nvSpPr>
        <p:spPr>
          <a:xfrm>
            <a:off x="1150234" y="1557818"/>
            <a:ext cx="2974228" cy="3054937"/>
          </a:xfrm>
          <a:prstGeom prst="roundRect">
            <a:avLst>
              <a:gd name="adj" fmla="val 17158"/>
            </a:avLst>
          </a:prstGeom>
          <a:noFill/>
          <a:ln w="19050" cap="flat" cmpd="sng" algn="ctr">
            <a:solidFill>
              <a:srgbClr val="0F4BEA"/>
            </a:solidFill>
            <a:prstDash val="solid"/>
            <a:miter lim="800000"/>
          </a:ln>
          <a:effectLst/>
        </p:spPr>
        <p:txBody>
          <a:bodyPr lIns="72000" tIns="216000" rIns="72000" anchor="ctr">
            <a:noAutofit/>
          </a:bodyPr>
          <a:lstStyle/>
          <a:p>
            <a:pPr algn="ctr">
              <a:lnSpc>
                <a:spcPct val="100000"/>
              </a:lnSpc>
            </a:pPr>
            <a:endParaRPr lang="en-US" altLang="zh-CN" spc="300">
              <a:solidFill>
                <a:srgbClr val="0001DD"/>
              </a:solidFill>
              <a:ea typeface="思源黑体 Regular" panose="020B0500000000000000" pitchFamily="34" charset="-122"/>
            </a:endParaRPr>
          </a:p>
        </p:txBody>
      </p:sp>
      <p:sp>
        <p:nvSpPr>
          <p:cNvPr id="10" name="MH_Other_4">
            <a:extLst>
              <a:ext uri="{FF2B5EF4-FFF2-40B4-BE49-F238E27FC236}">
                <a16:creationId xmlns:a16="http://schemas.microsoft.com/office/drawing/2014/main" id="{10F62DB1-0D15-8AC9-E91D-D64E44744C4E}"/>
              </a:ext>
            </a:extLst>
          </p:cNvPr>
          <p:cNvSpPr/>
          <p:nvPr>
            <p:custDataLst>
              <p:tags r:id="rId2"/>
            </p:custDataLst>
          </p:nvPr>
        </p:nvSpPr>
        <p:spPr>
          <a:xfrm>
            <a:off x="1538853" y="1852950"/>
            <a:ext cx="2196987" cy="611567"/>
          </a:xfrm>
          <a:prstGeom prst="roundRect">
            <a:avLst>
              <a:gd name="adj" fmla="val 50000"/>
            </a:avLst>
          </a:prstGeom>
          <a:solidFill>
            <a:srgbClr val="0035CD"/>
          </a:solidFill>
          <a:ln w="25400" cap="flat" cmpd="sng" algn="ctr">
            <a:noFill/>
            <a:prstDash val="solid"/>
          </a:ln>
          <a:effectLst/>
        </p:spPr>
        <p:txBody>
          <a:bodyPr lIns="68580" tIns="34290" rIns="68580" bIns="34290" anchor="ctr"/>
          <a:lstStyle/>
          <a:p>
            <a:pPr algn="ctr">
              <a:defRPr/>
            </a:pPr>
            <a:r>
              <a:rPr lang="en-AU" altLang="zh-CN" sz="1600" b="1" kern="0">
                <a:solidFill>
                  <a:schemeClr val="bg1"/>
                </a:solidFill>
                <a:ea typeface="思源黑体 Regular" panose="020B0500000000000000" pitchFamily="34" charset="-122"/>
              </a:rPr>
              <a:t>The Lama </a:t>
            </a:r>
            <a:r>
              <a:rPr lang="en-AU" altLang="zh-CN" sz="1600" b="1" kern="0" err="1">
                <a:solidFill>
                  <a:schemeClr val="bg1"/>
                </a:solidFill>
                <a:ea typeface="思源黑体 Regular" panose="020B0500000000000000" pitchFamily="34" charset="-122"/>
              </a:rPr>
              <a:t>Lama</a:t>
            </a:r>
            <a:r>
              <a:rPr lang="en-AU" altLang="zh-CN" sz="1600" b="1" kern="0">
                <a:solidFill>
                  <a:schemeClr val="bg1"/>
                </a:solidFill>
                <a:ea typeface="思源黑体 Regular" panose="020B0500000000000000" pitchFamily="34" charset="-122"/>
              </a:rPr>
              <a:t> Ranger Program</a:t>
            </a:r>
            <a:endParaRPr lang="en-US" sz="1600" b="1" kern="0">
              <a:solidFill>
                <a:schemeClr val="bg1"/>
              </a:solidFill>
              <a:ea typeface="思源黑体 Regular" panose="020B0500000000000000" pitchFamily="34" charset="-122"/>
            </a:endParaRPr>
          </a:p>
        </p:txBody>
      </p:sp>
      <p:sp>
        <p:nvSpPr>
          <p:cNvPr id="12" name="文本框 14">
            <a:extLst>
              <a:ext uri="{FF2B5EF4-FFF2-40B4-BE49-F238E27FC236}">
                <a16:creationId xmlns:a16="http://schemas.microsoft.com/office/drawing/2014/main" id="{18F9237D-4C89-BF33-688B-40039279F087}"/>
              </a:ext>
            </a:extLst>
          </p:cNvPr>
          <p:cNvSpPr txBox="1"/>
          <p:nvPr/>
        </p:nvSpPr>
        <p:spPr>
          <a:xfrm>
            <a:off x="1358862" y="2904595"/>
            <a:ext cx="2546808" cy="1077218"/>
          </a:xfrm>
          <a:prstGeom prst="rect">
            <a:avLst/>
          </a:prstGeom>
          <a:noFill/>
        </p:spPr>
        <p:txBody>
          <a:bodyPr wrap="square" lIns="91440" tIns="45720" rIns="91440" bIns="45720" rtlCol="0" anchor="t">
            <a:spAutoFit/>
          </a:bodyPr>
          <a:lstStyle/>
          <a:p>
            <a:pPr algn="ctr"/>
            <a:r>
              <a:rPr lang="en-AU" altLang="zh-CN" sz="1600">
                <a:solidFill>
                  <a:sysClr val="windowText" lastClr="000000"/>
                </a:solidFill>
                <a:latin typeface="Aptos"/>
                <a:ea typeface="等线"/>
              </a:rPr>
              <a:t>Jointly managed by the Queensland Government and Indigenous community.</a:t>
            </a:r>
            <a:endParaRPr lang="zh-CN" altLang="en-US" sz="1600">
              <a:solidFill>
                <a:sysClr val="windowText" lastClr="000000"/>
              </a:solidFill>
            </a:endParaRPr>
          </a:p>
        </p:txBody>
      </p:sp>
      <p:sp>
        <p:nvSpPr>
          <p:cNvPr id="13" name="MH_SubTitle_1">
            <a:extLst>
              <a:ext uri="{FF2B5EF4-FFF2-40B4-BE49-F238E27FC236}">
                <a16:creationId xmlns:a16="http://schemas.microsoft.com/office/drawing/2014/main" id="{D4F54C85-6D45-BA58-6B7E-2121723F9D6B}"/>
              </a:ext>
            </a:extLst>
          </p:cNvPr>
          <p:cNvSpPr/>
          <p:nvPr>
            <p:custDataLst>
              <p:tags r:id="rId3"/>
            </p:custDataLst>
          </p:nvPr>
        </p:nvSpPr>
        <p:spPr>
          <a:xfrm>
            <a:off x="4651817" y="1557818"/>
            <a:ext cx="2974228" cy="3054937"/>
          </a:xfrm>
          <a:prstGeom prst="roundRect">
            <a:avLst>
              <a:gd name="adj" fmla="val 17158"/>
            </a:avLst>
          </a:prstGeom>
          <a:noFill/>
          <a:ln w="19050" cap="flat" cmpd="sng" algn="ctr">
            <a:solidFill>
              <a:srgbClr val="0F4BEA"/>
            </a:solidFill>
            <a:prstDash val="solid"/>
            <a:miter lim="800000"/>
          </a:ln>
          <a:effectLst/>
        </p:spPr>
        <p:txBody>
          <a:bodyPr lIns="72000" tIns="216000" rIns="72000" anchor="ctr">
            <a:noAutofit/>
          </a:bodyPr>
          <a:lstStyle/>
          <a:p>
            <a:pPr algn="ctr">
              <a:lnSpc>
                <a:spcPct val="100000"/>
              </a:lnSpc>
            </a:pPr>
            <a:endParaRPr lang="en-US" altLang="zh-CN" spc="300">
              <a:solidFill>
                <a:srgbClr val="0001DD"/>
              </a:solidFill>
              <a:ea typeface="思源黑体 Regular" panose="020B0500000000000000" pitchFamily="34" charset="-122"/>
            </a:endParaRPr>
          </a:p>
        </p:txBody>
      </p:sp>
      <p:sp>
        <p:nvSpPr>
          <p:cNvPr id="14" name="MH_Other_4">
            <a:extLst>
              <a:ext uri="{FF2B5EF4-FFF2-40B4-BE49-F238E27FC236}">
                <a16:creationId xmlns:a16="http://schemas.microsoft.com/office/drawing/2014/main" id="{6145CCC7-8ACC-6676-9D8B-EF81520FFA31}"/>
              </a:ext>
            </a:extLst>
          </p:cNvPr>
          <p:cNvSpPr/>
          <p:nvPr>
            <p:custDataLst>
              <p:tags r:id="rId4"/>
            </p:custDataLst>
          </p:nvPr>
        </p:nvSpPr>
        <p:spPr>
          <a:xfrm>
            <a:off x="5040436" y="1852950"/>
            <a:ext cx="2196987" cy="611567"/>
          </a:xfrm>
          <a:prstGeom prst="roundRect">
            <a:avLst>
              <a:gd name="adj" fmla="val 50000"/>
            </a:avLst>
          </a:prstGeom>
          <a:solidFill>
            <a:srgbClr val="0035CD"/>
          </a:solidFill>
          <a:ln w="25400" cap="flat" cmpd="sng" algn="ctr">
            <a:noFill/>
            <a:prstDash val="solid"/>
          </a:ln>
          <a:effectLst/>
        </p:spPr>
        <p:txBody>
          <a:bodyPr lIns="68580" tIns="34290" rIns="68580" bIns="34290" anchor="ctr"/>
          <a:lstStyle/>
          <a:p>
            <a:pPr algn="ctr">
              <a:defRPr/>
            </a:pPr>
            <a:r>
              <a:rPr lang="en-AU" altLang="zh-CN" sz="1600" b="1" kern="0">
                <a:solidFill>
                  <a:schemeClr val="bg1"/>
                </a:solidFill>
                <a:ea typeface="思源黑体 Regular" panose="020B0500000000000000" pitchFamily="34" charset="-122"/>
              </a:rPr>
              <a:t>Rangers</a:t>
            </a:r>
            <a:endParaRPr lang="en-US" sz="1600" b="1" kern="0">
              <a:solidFill>
                <a:schemeClr val="bg1"/>
              </a:solidFill>
              <a:ea typeface="思源黑体 Regular" panose="020B0500000000000000" pitchFamily="34" charset="-122"/>
            </a:endParaRPr>
          </a:p>
        </p:txBody>
      </p:sp>
      <p:sp>
        <p:nvSpPr>
          <p:cNvPr id="15" name="文本框 14">
            <a:extLst>
              <a:ext uri="{FF2B5EF4-FFF2-40B4-BE49-F238E27FC236}">
                <a16:creationId xmlns:a16="http://schemas.microsoft.com/office/drawing/2014/main" id="{88FB6A18-1255-A9AF-BC28-C55206283F73}"/>
              </a:ext>
            </a:extLst>
          </p:cNvPr>
          <p:cNvSpPr txBox="1"/>
          <p:nvPr/>
        </p:nvSpPr>
        <p:spPr>
          <a:xfrm>
            <a:off x="4860445" y="2904595"/>
            <a:ext cx="2556968" cy="1077218"/>
          </a:xfrm>
          <a:prstGeom prst="rect">
            <a:avLst/>
          </a:prstGeom>
          <a:noFill/>
        </p:spPr>
        <p:txBody>
          <a:bodyPr wrap="square" rtlCol="0">
            <a:spAutoFit/>
          </a:bodyPr>
          <a:lstStyle/>
          <a:p>
            <a:pPr algn="ctr">
              <a:lnSpc>
                <a:spcPct val="100000"/>
              </a:lnSpc>
            </a:pPr>
            <a:r>
              <a:rPr lang="en-AU" altLang="zh-CN" sz="1600">
                <a:latin typeface="Aptos" panose="020B0004020202020204" pitchFamily="34" charset="0"/>
              </a:rPr>
              <a:t>Responsible for managing natural and cultural resources across Lama Lama Country. </a:t>
            </a:r>
          </a:p>
        </p:txBody>
      </p:sp>
      <p:sp>
        <p:nvSpPr>
          <p:cNvPr id="16" name="MH_SubTitle_1">
            <a:extLst>
              <a:ext uri="{FF2B5EF4-FFF2-40B4-BE49-F238E27FC236}">
                <a16:creationId xmlns:a16="http://schemas.microsoft.com/office/drawing/2014/main" id="{3576F39A-54E3-478A-9388-646466F230A8}"/>
              </a:ext>
            </a:extLst>
          </p:cNvPr>
          <p:cNvSpPr/>
          <p:nvPr>
            <p:custDataLst>
              <p:tags r:id="rId5"/>
            </p:custDataLst>
          </p:nvPr>
        </p:nvSpPr>
        <p:spPr>
          <a:xfrm>
            <a:off x="8153400" y="1557818"/>
            <a:ext cx="2974228" cy="3054937"/>
          </a:xfrm>
          <a:prstGeom prst="roundRect">
            <a:avLst>
              <a:gd name="adj" fmla="val 17158"/>
            </a:avLst>
          </a:prstGeom>
          <a:noFill/>
          <a:ln w="19050" cap="flat" cmpd="sng" algn="ctr">
            <a:solidFill>
              <a:srgbClr val="0F4BEA"/>
            </a:solidFill>
            <a:prstDash val="solid"/>
            <a:miter lim="800000"/>
          </a:ln>
          <a:effectLst/>
        </p:spPr>
        <p:txBody>
          <a:bodyPr lIns="72000" tIns="216000" rIns="72000" anchor="ctr">
            <a:noAutofit/>
          </a:bodyPr>
          <a:lstStyle/>
          <a:p>
            <a:pPr algn="ctr">
              <a:lnSpc>
                <a:spcPct val="100000"/>
              </a:lnSpc>
            </a:pPr>
            <a:endParaRPr lang="en-US" altLang="zh-CN" spc="300">
              <a:solidFill>
                <a:srgbClr val="0001DD"/>
              </a:solidFill>
              <a:ea typeface="思源黑体 Regular" panose="020B0500000000000000" pitchFamily="34" charset="-122"/>
            </a:endParaRPr>
          </a:p>
        </p:txBody>
      </p:sp>
      <p:sp>
        <p:nvSpPr>
          <p:cNvPr id="17" name="MH_Other_4">
            <a:extLst>
              <a:ext uri="{FF2B5EF4-FFF2-40B4-BE49-F238E27FC236}">
                <a16:creationId xmlns:a16="http://schemas.microsoft.com/office/drawing/2014/main" id="{7B4F3A48-3A0F-56A7-58DD-A5062DFA2B9F}"/>
              </a:ext>
            </a:extLst>
          </p:cNvPr>
          <p:cNvSpPr/>
          <p:nvPr>
            <p:custDataLst>
              <p:tags r:id="rId6"/>
            </p:custDataLst>
          </p:nvPr>
        </p:nvSpPr>
        <p:spPr>
          <a:xfrm>
            <a:off x="8542019" y="1852950"/>
            <a:ext cx="2196987" cy="611567"/>
          </a:xfrm>
          <a:prstGeom prst="roundRect">
            <a:avLst>
              <a:gd name="adj" fmla="val 50000"/>
            </a:avLst>
          </a:prstGeom>
          <a:solidFill>
            <a:srgbClr val="0035CD"/>
          </a:solidFill>
          <a:ln w="25400" cap="flat" cmpd="sng" algn="ctr">
            <a:noFill/>
            <a:prstDash val="solid"/>
          </a:ln>
          <a:effectLst/>
        </p:spPr>
        <p:txBody>
          <a:bodyPr lIns="68580" tIns="34290" rIns="68580" bIns="34290" anchor="ctr"/>
          <a:lstStyle/>
          <a:p>
            <a:pPr algn="ctr">
              <a:defRPr/>
            </a:pPr>
            <a:r>
              <a:rPr lang="en-AU" altLang="zh-CN" sz="1600" b="1" kern="0">
                <a:solidFill>
                  <a:schemeClr val="bg1"/>
                </a:solidFill>
                <a:ea typeface="思源黑体 Regular" panose="020B0500000000000000" pitchFamily="34" charset="-122"/>
              </a:rPr>
              <a:t>Weed Management</a:t>
            </a:r>
            <a:endParaRPr lang="en-US" sz="1600" b="1" kern="0">
              <a:solidFill>
                <a:schemeClr val="bg1"/>
              </a:solidFill>
              <a:ea typeface="思源黑体 Regular" panose="020B0500000000000000" pitchFamily="34" charset="-122"/>
            </a:endParaRPr>
          </a:p>
        </p:txBody>
      </p:sp>
      <p:sp>
        <p:nvSpPr>
          <p:cNvPr id="18" name="文本框 14">
            <a:extLst>
              <a:ext uri="{FF2B5EF4-FFF2-40B4-BE49-F238E27FC236}">
                <a16:creationId xmlns:a16="http://schemas.microsoft.com/office/drawing/2014/main" id="{ABFCA28B-E240-0BAF-2AFF-0645E7086D33}"/>
              </a:ext>
            </a:extLst>
          </p:cNvPr>
          <p:cNvSpPr txBox="1"/>
          <p:nvPr/>
        </p:nvSpPr>
        <p:spPr>
          <a:xfrm>
            <a:off x="8362028" y="2904595"/>
            <a:ext cx="2556968" cy="1323439"/>
          </a:xfrm>
          <a:prstGeom prst="rect">
            <a:avLst/>
          </a:prstGeom>
          <a:noFill/>
        </p:spPr>
        <p:txBody>
          <a:bodyPr wrap="square" rtlCol="0">
            <a:spAutoFit/>
          </a:bodyPr>
          <a:lstStyle/>
          <a:p>
            <a:pPr algn="ctr">
              <a:lnSpc>
                <a:spcPct val="100000"/>
              </a:lnSpc>
            </a:pPr>
            <a:r>
              <a:rPr lang="en-AU" altLang="zh-CN" sz="1600">
                <a:latin typeface="Aptos" panose="020B0004020202020204" pitchFamily="34" charset="0"/>
              </a:rPr>
              <a:t>Important for protecting the environmental, economic and cultural values of Lama Lama Country.</a:t>
            </a:r>
            <a:endParaRPr lang="en-US" altLang="zh-CN" sz="1600" spc="300">
              <a:latin typeface="思源黑体 Regular" panose="020B0500000000000000" pitchFamily="34" charset="-122"/>
              <a:ea typeface="思源黑体 Regular" panose="020B0500000000000000" pitchFamily="34" charset="-122"/>
            </a:endParaRPr>
          </a:p>
        </p:txBody>
      </p:sp>
      <p:sp>
        <p:nvSpPr>
          <p:cNvPr id="2" name="文本框 1">
            <a:extLst>
              <a:ext uri="{FF2B5EF4-FFF2-40B4-BE49-F238E27FC236}">
                <a16:creationId xmlns:a16="http://schemas.microsoft.com/office/drawing/2014/main" id="{F54541BC-99AD-C84A-3864-A7135A727EF9}"/>
              </a:ext>
            </a:extLst>
          </p:cNvPr>
          <p:cNvSpPr txBox="1"/>
          <p:nvPr/>
        </p:nvSpPr>
        <p:spPr>
          <a:xfrm>
            <a:off x="838200" y="6110128"/>
            <a:ext cx="331327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None/>
            </a:pPr>
            <a:r>
              <a:rPr lang="en-ID" sz="1000">
                <a:solidFill>
                  <a:schemeClr val="bg1">
                    <a:lumMod val="50000"/>
                  </a:schemeClr>
                </a:solidFill>
              </a:rPr>
              <a:t>(</a:t>
            </a:r>
            <a:r>
              <a:rPr lang="en-ID" sz="1000" err="1">
                <a:solidFill>
                  <a:schemeClr val="bg1">
                    <a:lumMod val="50000"/>
                  </a:schemeClr>
                </a:solidFill>
              </a:rPr>
              <a:t>Yintjingga</a:t>
            </a:r>
            <a:r>
              <a:rPr lang="en-ID" sz="1000">
                <a:solidFill>
                  <a:schemeClr val="bg1">
                    <a:lumMod val="50000"/>
                  </a:schemeClr>
                </a:solidFill>
              </a:rPr>
              <a:t> Aboriginal Corporation [YAC], n.d.-b, n.d.-d)</a:t>
            </a:r>
          </a:p>
        </p:txBody>
      </p:sp>
      <p:graphicFrame>
        <p:nvGraphicFramePr>
          <p:cNvPr id="8" name="Table 7">
            <a:extLst>
              <a:ext uri="{FF2B5EF4-FFF2-40B4-BE49-F238E27FC236}">
                <a16:creationId xmlns:a16="http://schemas.microsoft.com/office/drawing/2014/main" id="{25608F9D-8622-A7E7-0F1E-95C7069D0268}"/>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829270998"/>
                    </a:ext>
                  </a:extLst>
                </a:gridCol>
              </a:tblGrid>
              <a:tr h="0">
                <a:tc>
                  <a:txBody>
                    <a:bodyPr/>
                    <a:lstStyle/>
                    <a:p>
                      <a:pPr>
                        <a:buNone/>
                      </a:pPr>
                      <a:endParaRPr lang="en-ID"/>
                    </a:p>
                  </a:txBody>
                  <a:tcPr anchor="ctr">
                    <a:lnL>
                      <a:noFill/>
                    </a:lnL>
                    <a:lnR>
                      <a:noFill/>
                    </a:lnR>
                    <a:lnT>
                      <a:noFill/>
                    </a:lnT>
                    <a:lnB>
                      <a:noFill/>
                    </a:lnB>
                    <a:noFill/>
                  </a:tcPr>
                </a:tc>
                <a:extLst>
                  <a:ext uri="{0D108BD9-81ED-4DB2-BD59-A6C34878D82A}">
                    <a16:rowId xmlns:a16="http://schemas.microsoft.com/office/drawing/2014/main" val="2343054030"/>
                  </a:ext>
                </a:extLst>
              </a:tr>
            </a:tbl>
          </a:graphicData>
        </a:graphic>
      </p:graphicFrame>
    </p:spTree>
    <p:extLst>
      <p:ext uri="{BB962C8B-B14F-4D97-AF65-F5344CB8AC3E}">
        <p14:creationId xmlns:p14="http://schemas.microsoft.com/office/powerpoint/2010/main" val="2732170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ppt_y</p:attrName>
                                        </p:attrNameLst>
                                      </p:cBhvr>
                                      <p:tavLst>
                                        <p:tav tm="0">
                                          <p:val>
                                            <p:strVal val="#ppt_y+#ppt_h*1.125000"/>
                                          </p:val>
                                        </p:tav>
                                        <p:tav tm="100000">
                                          <p:val>
                                            <p:strVal val="#ppt_y"/>
                                          </p:val>
                                        </p:tav>
                                      </p:tavLst>
                                    </p:anim>
                                    <p:animEffect transition="in" filter="wipe(up)">
                                      <p:cBhvr>
                                        <p:cTn id="12" dur="500"/>
                                        <p:tgtEl>
                                          <p:spTgt spid="10"/>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p:tgtEl>
                                          <p:spTgt spid="12"/>
                                        </p:tgtEl>
                                        <p:attrNameLst>
                                          <p:attrName>ppt_y</p:attrName>
                                        </p:attrNameLst>
                                      </p:cBhvr>
                                      <p:tavLst>
                                        <p:tav tm="0">
                                          <p:val>
                                            <p:strVal val="#ppt_y+#ppt_h*1.125000"/>
                                          </p:val>
                                        </p:tav>
                                        <p:tav tm="100000">
                                          <p:val>
                                            <p:strVal val="#ppt_y"/>
                                          </p:val>
                                        </p:tav>
                                      </p:tavLst>
                                    </p:anim>
                                    <p:animEffect transition="in" filter="wipe(up)">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p:tgtEl>
                                          <p:spTgt spid="13"/>
                                        </p:tgtEl>
                                        <p:attrNameLst>
                                          <p:attrName>ppt_y</p:attrName>
                                        </p:attrNameLst>
                                      </p:cBhvr>
                                      <p:tavLst>
                                        <p:tav tm="0">
                                          <p:val>
                                            <p:strVal val="#ppt_y+#ppt_h*1.125000"/>
                                          </p:val>
                                        </p:tav>
                                        <p:tav tm="100000">
                                          <p:val>
                                            <p:strVal val="#ppt_y"/>
                                          </p:val>
                                        </p:tav>
                                      </p:tavLst>
                                    </p:anim>
                                    <p:animEffect transition="in" filter="wipe(up)">
                                      <p:cBhvr>
                                        <p:cTn id="22" dur="500"/>
                                        <p:tgtEl>
                                          <p:spTgt spid="13"/>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p:tgtEl>
                                          <p:spTgt spid="14"/>
                                        </p:tgtEl>
                                        <p:attrNameLst>
                                          <p:attrName>ppt_y</p:attrName>
                                        </p:attrNameLst>
                                      </p:cBhvr>
                                      <p:tavLst>
                                        <p:tav tm="0">
                                          <p:val>
                                            <p:strVal val="#ppt_y+#ppt_h*1.125000"/>
                                          </p:val>
                                        </p:tav>
                                        <p:tav tm="100000">
                                          <p:val>
                                            <p:strVal val="#ppt_y"/>
                                          </p:val>
                                        </p:tav>
                                      </p:tavLst>
                                    </p:anim>
                                    <p:animEffect transition="in" filter="wipe(up)">
                                      <p:cBhvr>
                                        <p:cTn id="26" dur="500"/>
                                        <p:tgtEl>
                                          <p:spTgt spid="14"/>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p:tgtEl>
                                          <p:spTgt spid="15"/>
                                        </p:tgtEl>
                                        <p:attrNameLst>
                                          <p:attrName>ppt_y</p:attrName>
                                        </p:attrNameLst>
                                      </p:cBhvr>
                                      <p:tavLst>
                                        <p:tav tm="0">
                                          <p:val>
                                            <p:strVal val="#ppt_y+#ppt_h*1.125000"/>
                                          </p:val>
                                        </p:tav>
                                        <p:tav tm="100000">
                                          <p:val>
                                            <p:strVal val="#ppt_y"/>
                                          </p:val>
                                        </p:tav>
                                      </p:tavLst>
                                    </p:anim>
                                    <p:animEffect transition="in" filter="wipe(up)">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p:tgtEl>
                                          <p:spTgt spid="16"/>
                                        </p:tgtEl>
                                        <p:attrNameLst>
                                          <p:attrName>ppt_y</p:attrName>
                                        </p:attrNameLst>
                                      </p:cBhvr>
                                      <p:tavLst>
                                        <p:tav tm="0">
                                          <p:val>
                                            <p:strVal val="#ppt_y+#ppt_h*1.125000"/>
                                          </p:val>
                                        </p:tav>
                                        <p:tav tm="100000">
                                          <p:val>
                                            <p:strVal val="#ppt_y"/>
                                          </p:val>
                                        </p:tav>
                                      </p:tavLst>
                                    </p:anim>
                                    <p:animEffect transition="in" filter="wipe(up)">
                                      <p:cBhvr>
                                        <p:cTn id="36" dur="500"/>
                                        <p:tgtEl>
                                          <p:spTgt spid="16"/>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p:tgtEl>
                                          <p:spTgt spid="17"/>
                                        </p:tgtEl>
                                        <p:attrNameLst>
                                          <p:attrName>ppt_y</p:attrName>
                                        </p:attrNameLst>
                                      </p:cBhvr>
                                      <p:tavLst>
                                        <p:tav tm="0">
                                          <p:val>
                                            <p:strVal val="#ppt_y+#ppt_h*1.125000"/>
                                          </p:val>
                                        </p:tav>
                                        <p:tav tm="100000">
                                          <p:val>
                                            <p:strVal val="#ppt_y"/>
                                          </p:val>
                                        </p:tav>
                                      </p:tavLst>
                                    </p:anim>
                                    <p:animEffect transition="in" filter="wipe(up)">
                                      <p:cBhvr>
                                        <p:cTn id="40" dur="500"/>
                                        <p:tgtEl>
                                          <p:spTgt spid="17"/>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p:tgtEl>
                                          <p:spTgt spid="18"/>
                                        </p:tgtEl>
                                        <p:attrNameLst>
                                          <p:attrName>ppt_y</p:attrName>
                                        </p:attrNameLst>
                                      </p:cBhvr>
                                      <p:tavLst>
                                        <p:tav tm="0">
                                          <p:val>
                                            <p:strVal val="#ppt_y+#ppt_h*1.125000"/>
                                          </p:val>
                                        </p:tav>
                                        <p:tav tm="100000">
                                          <p:val>
                                            <p:strVal val="#ppt_y"/>
                                          </p:val>
                                        </p:tav>
                                      </p:tavLst>
                                    </p:anim>
                                    <p:animEffect transition="in" filter="wipe(up)">
                                      <p:cBhvr>
                                        <p:cTn id="44" dur="500"/>
                                        <p:tgtEl>
                                          <p:spTgt spid="18"/>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p:tgtEl>
                                          <p:spTgt spid="2"/>
                                        </p:tgtEl>
                                        <p:attrNameLst>
                                          <p:attrName>ppt_y</p:attrName>
                                        </p:attrNameLst>
                                      </p:cBhvr>
                                      <p:tavLst>
                                        <p:tav tm="0">
                                          <p:val>
                                            <p:strVal val="#ppt_y+#ppt_h*1.125000"/>
                                          </p:val>
                                        </p:tav>
                                        <p:tav tm="100000">
                                          <p:val>
                                            <p:strVal val="#ppt_y"/>
                                          </p:val>
                                        </p:tav>
                                      </p:tavLst>
                                    </p:anim>
                                    <p:animEffect transition="in" filter="wipe(up)">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p:bldP spid="13" grpId="0" animBg="1"/>
      <p:bldP spid="14" grpId="0" animBg="1"/>
      <p:bldP spid="15" grpId="0"/>
      <p:bldP spid="16" grpId="0" animBg="1"/>
      <p:bldP spid="17" grpId="0" animBg="1"/>
      <p:bldP spid="18"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0F338-7A2F-8C5A-AB30-76FA2B0881D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73DC755-673B-571C-8785-6F53A337919C}"/>
              </a:ext>
            </a:extLst>
          </p:cNvPr>
          <p:cNvSpPr>
            <a:spLocks noGrp="1"/>
          </p:cNvSpPr>
          <p:nvPr>
            <p:ph type="ftr" sz="quarter" idx="11"/>
          </p:nvPr>
        </p:nvSpPr>
        <p:spPr/>
        <p:txBody>
          <a:bodyPr/>
          <a:lstStyle/>
          <a:p>
            <a:r>
              <a:rPr lang="en-US">
                <a:latin typeface="Aptos"/>
                <a:cs typeface="Arial"/>
              </a:rPr>
              <a:t>Background Information | Yiming Bian</a:t>
            </a:r>
            <a:endParaRPr lang="en-US"/>
          </a:p>
        </p:txBody>
      </p:sp>
      <p:sp>
        <p:nvSpPr>
          <p:cNvPr id="5" name="文本框 4">
            <a:extLst>
              <a:ext uri="{FF2B5EF4-FFF2-40B4-BE49-F238E27FC236}">
                <a16:creationId xmlns:a16="http://schemas.microsoft.com/office/drawing/2014/main" id="{ACE32FE6-A093-12EC-C99A-E18B63BCD6FB}"/>
              </a:ext>
            </a:extLst>
          </p:cNvPr>
          <p:cNvSpPr txBox="1"/>
          <p:nvPr/>
        </p:nvSpPr>
        <p:spPr>
          <a:xfrm>
            <a:off x="215712" y="635371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zh-CN" altLang="en-US"/>
          </a:p>
        </p:txBody>
      </p:sp>
      <p:sp>
        <p:nvSpPr>
          <p:cNvPr id="15" name="任意形状 37">
            <a:extLst>
              <a:ext uri="{FF2B5EF4-FFF2-40B4-BE49-F238E27FC236}">
                <a16:creationId xmlns:a16="http://schemas.microsoft.com/office/drawing/2014/main" id="{EE96835A-6F77-624E-5F22-0DB17346DEA7}"/>
              </a:ext>
            </a:extLst>
          </p:cNvPr>
          <p:cNvSpPr/>
          <p:nvPr/>
        </p:nvSpPr>
        <p:spPr>
          <a:xfrm flipV="1">
            <a:off x="781755" y="1224749"/>
            <a:ext cx="3738730" cy="2072520"/>
          </a:xfrm>
          <a:custGeom>
            <a:avLst/>
            <a:gdLst>
              <a:gd name="connsiteX0" fmla="*/ 0 w 1953435"/>
              <a:gd name="connsiteY0" fmla="*/ 1361359 h 1361359"/>
              <a:gd name="connsiteX1" fmla="*/ 1953435 w 1953435"/>
              <a:gd name="connsiteY1" fmla="*/ 1361359 h 1361359"/>
              <a:gd name="connsiteX2" fmla="*/ 1953435 w 1953435"/>
              <a:gd name="connsiteY2" fmla="*/ 145918 h 1361359"/>
              <a:gd name="connsiteX3" fmla="*/ 472409 w 1953435"/>
              <a:gd name="connsiteY3" fmla="*/ 145918 h 1361359"/>
              <a:gd name="connsiteX4" fmla="*/ 376106 w 1953435"/>
              <a:gd name="connsiteY4" fmla="*/ 0 h 1361359"/>
              <a:gd name="connsiteX5" fmla="*/ 279802 w 1953435"/>
              <a:gd name="connsiteY5" fmla="*/ 145918 h 1361359"/>
              <a:gd name="connsiteX6" fmla="*/ 0 w 1953435"/>
              <a:gd name="connsiteY6" fmla="*/ 145918 h 136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3435" h="1361359">
                <a:moveTo>
                  <a:pt x="0" y="1361359"/>
                </a:moveTo>
                <a:lnTo>
                  <a:pt x="1953435" y="1361359"/>
                </a:lnTo>
                <a:lnTo>
                  <a:pt x="1953435" y="145918"/>
                </a:lnTo>
                <a:lnTo>
                  <a:pt x="472409" y="145918"/>
                </a:lnTo>
                <a:lnTo>
                  <a:pt x="376106" y="0"/>
                </a:lnTo>
                <a:lnTo>
                  <a:pt x="279802" y="145918"/>
                </a:lnTo>
                <a:lnTo>
                  <a:pt x="0" y="145918"/>
                </a:lnTo>
                <a:close/>
              </a:path>
            </a:pathLst>
          </a:custGeom>
          <a:solidFill>
            <a:srgbClr val="0001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a:solidFill>
                  <a:schemeClr val="bg1"/>
                </a:solidFill>
                <a:latin typeface="思源黑体 Regular" panose="020B0500000000000000" pitchFamily="34" charset="-122"/>
                <a:ea typeface="思源黑体 Regular" panose="020B0500000000000000" pitchFamily="34" charset="-122"/>
              </a:rPr>
              <a:t>          </a:t>
            </a:r>
            <a:endParaRPr kumimoji="1" lang="zh-CN" altLang="en-US" sz="3200">
              <a:solidFill>
                <a:schemeClr val="bg1"/>
              </a:solidFill>
              <a:latin typeface="思源黑体 Regular" panose="020B0500000000000000" pitchFamily="34" charset="-122"/>
              <a:ea typeface="思源黑体 Regular" panose="020B0500000000000000" pitchFamily="34" charset="-122"/>
            </a:endParaRPr>
          </a:p>
        </p:txBody>
      </p:sp>
      <p:cxnSp>
        <p:nvCxnSpPr>
          <p:cNvPr id="16" name="直线连接符 8">
            <a:extLst>
              <a:ext uri="{FF2B5EF4-FFF2-40B4-BE49-F238E27FC236}">
                <a16:creationId xmlns:a16="http://schemas.microsoft.com/office/drawing/2014/main" id="{510A4730-53D8-5458-F2B9-B73E3C48D6BC}"/>
              </a:ext>
            </a:extLst>
          </p:cNvPr>
          <p:cNvCxnSpPr>
            <a:cxnSpLocks/>
            <a:stCxn id="15" idx="4"/>
            <a:endCxn id="14" idx="0"/>
          </p:cNvCxnSpPr>
          <p:nvPr/>
        </p:nvCxnSpPr>
        <p:spPr>
          <a:xfrm flipH="1">
            <a:off x="1498338" y="3297269"/>
            <a:ext cx="3256" cy="147807"/>
          </a:xfrm>
          <a:prstGeom prst="line">
            <a:avLst/>
          </a:prstGeom>
          <a:ln w="19050">
            <a:solidFill>
              <a:srgbClr val="8D8F9B"/>
            </a:solidFill>
            <a:prstDash val="sysDot"/>
          </a:ln>
        </p:spPr>
        <p:style>
          <a:lnRef idx="1">
            <a:schemeClr val="accent1"/>
          </a:lnRef>
          <a:fillRef idx="0">
            <a:schemeClr val="accent1"/>
          </a:fillRef>
          <a:effectRef idx="0">
            <a:schemeClr val="accent1"/>
          </a:effectRef>
          <a:fontRef idx="minor">
            <a:schemeClr val="tx1"/>
          </a:fontRef>
        </p:style>
      </p:cxnSp>
      <p:sp>
        <p:nvSpPr>
          <p:cNvPr id="18" name="任意形状 40">
            <a:extLst>
              <a:ext uri="{FF2B5EF4-FFF2-40B4-BE49-F238E27FC236}">
                <a16:creationId xmlns:a16="http://schemas.microsoft.com/office/drawing/2014/main" id="{017F35BE-B1BB-36A9-D46A-92574CB8889C}"/>
              </a:ext>
            </a:extLst>
          </p:cNvPr>
          <p:cNvSpPr/>
          <p:nvPr/>
        </p:nvSpPr>
        <p:spPr>
          <a:xfrm>
            <a:off x="3418619" y="3917164"/>
            <a:ext cx="4391343" cy="1689379"/>
          </a:xfrm>
          <a:custGeom>
            <a:avLst/>
            <a:gdLst>
              <a:gd name="connsiteX0" fmla="*/ 0 w 1953435"/>
              <a:gd name="connsiteY0" fmla="*/ 1361359 h 1361359"/>
              <a:gd name="connsiteX1" fmla="*/ 1953435 w 1953435"/>
              <a:gd name="connsiteY1" fmla="*/ 1361359 h 1361359"/>
              <a:gd name="connsiteX2" fmla="*/ 1953435 w 1953435"/>
              <a:gd name="connsiteY2" fmla="*/ 145918 h 1361359"/>
              <a:gd name="connsiteX3" fmla="*/ 472409 w 1953435"/>
              <a:gd name="connsiteY3" fmla="*/ 145918 h 1361359"/>
              <a:gd name="connsiteX4" fmla="*/ 376106 w 1953435"/>
              <a:gd name="connsiteY4" fmla="*/ 0 h 1361359"/>
              <a:gd name="connsiteX5" fmla="*/ 279802 w 1953435"/>
              <a:gd name="connsiteY5" fmla="*/ 145918 h 1361359"/>
              <a:gd name="connsiteX6" fmla="*/ 0 w 1953435"/>
              <a:gd name="connsiteY6" fmla="*/ 145918 h 136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3435" h="1361359">
                <a:moveTo>
                  <a:pt x="0" y="1361359"/>
                </a:moveTo>
                <a:lnTo>
                  <a:pt x="1953435" y="1361359"/>
                </a:lnTo>
                <a:lnTo>
                  <a:pt x="1953435" y="145918"/>
                </a:lnTo>
                <a:lnTo>
                  <a:pt x="472409" y="145918"/>
                </a:lnTo>
                <a:lnTo>
                  <a:pt x="376106" y="0"/>
                </a:lnTo>
                <a:lnTo>
                  <a:pt x="279802" y="145918"/>
                </a:lnTo>
                <a:lnTo>
                  <a:pt x="0" y="145918"/>
                </a:lnTo>
                <a:close/>
              </a:path>
            </a:pathLst>
          </a:custGeom>
          <a:solidFill>
            <a:srgbClr val="0001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solidFill>
                <a:schemeClr val="bg1"/>
              </a:solidFill>
              <a:latin typeface="思源黑体 Regular" panose="020B0500000000000000" pitchFamily="34" charset="-122"/>
              <a:ea typeface="思源黑体 Regular" panose="020B0500000000000000" pitchFamily="34" charset="-122"/>
            </a:endParaRPr>
          </a:p>
        </p:txBody>
      </p:sp>
      <p:cxnSp>
        <p:nvCxnSpPr>
          <p:cNvPr id="19" name="直线连接符 74">
            <a:extLst>
              <a:ext uri="{FF2B5EF4-FFF2-40B4-BE49-F238E27FC236}">
                <a16:creationId xmlns:a16="http://schemas.microsoft.com/office/drawing/2014/main" id="{FF227504-9992-59CC-ED47-5A24DDD1A6DC}"/>
              </a:ext>
            </a:extLst>
          </p:cNvPr>
          <p:cNvCxnSpPr>
            <a:cxnSpLocks/>
            <a:stCxn id="17" idx="4"/>
            <a:endCxn id="18" idx="4"/>
          </p:cNvCxnSpPr>
          <p:nvPr/>
        </p:nvCxnSpPr>
        <p:spPr>
          <a:xfrm flipH="1">
            <a:off x="4264109" y="3661887"/>
            <a:ext cx="820" cy="255277"/>
          </a:xfrm>
          <a:prstGeom prst="line">
            <a:avLst/>
          </a:prstGeom>
          <a:ln w="19050">
            <a:solidFill>
              <a:srgbClr val="8D8F9B"/>
            </a:solidFill>
            <a:prstDash val="sysDot"/>
          </a:ln>
        </p:spPr>
        <p:style>
          <a:lnRef idx="1">
            <a:schemeClr val="accent1"/>
          </a:lnRef>
          <a:fillRef idx="0">
            <a:schemeClr val="accent1"/>
          </a:fillRef>
          <a:effectRef idx="0">
            <a:schemeClr val="accent1"/>
          </a:effectRef>
          <a:fontRef idx="minor">
            <a:schemeClr val="tx1"/>
          </a:fontRef>
        </p:style>
      </p:cxnSp>
      <p:sp>
        <p:nvSpPr>
          <p:cNvPr id="21" name="任意形状 39">
            <a:extLst>
              <a:ext uri="{FF2B5EF4-FFF2-40B4-BE49-F238E27FC236}">
                <a16:creationId xmlns:a16="http://schemas.microsoft.com/office/drawing/2014/main" id="{4B2144D1-3402-1929-3982-5F7C4122ADC1}"/>
              </a:ext>
            </a:extLst>
          </p:cNvPr>
          <p:cNvSpPr/>
          <p:nvPr/>
        </p:nvSpPr>
        <p:spPr>
          <a:xfrm flipV="1">
            <a:off x="6971855" y="1129184"/>
            <a:ext cx="4764421" cy="2174504"/>
          </a:xfrm>
          <a:custGeom>
            <a:avLst/>
            <a:gdLst>
              <a:gd name="connsiteX0" fmla="*/ 0 w 1953435"/>
              <a:gd name="connsiteY0" fmla="*/ 1361359 h 1361359"/>
              <a:gd name="connsiteX1" fmla="*/ 1953435 w 1953435"/>
              <a:gd name="connsiteY1" fmla="*/ 1361359 h 1361359"/>
              <a:gd name="connsiteX2" fmla="*/ 1953435 w 1953435"/>
              <a:gd name="connsiteY2" fmla="*/ 145918 h 1361359"/>
              <a:gd name="connsiteX3" fmla="*/ 472409 w 1953435"/>
              <a:gd name="connsiteY3" fmla="*/ 145918 h 1361359"/>
              <a:gd name="connsiteX4" fmla="*/ 376106 w 1953435"/>
              <a:gd name="connsiteY4" fmla="*/ 0 h 1361359"/>
              <a:gd name="connsiteX5" fmla="*/ 279802 w 1953435"/>
              <a:gd name="connsiteY5" fmla="*/ 145918 h 1361359"/>
              <a:gd name="connsiteX6" fmla="*/ 0 w 1953435"/>
              <a:gd name="connsiteY6" fmla="*/ 145918 h 136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3435" h="1361359">
                <a:moveTo>
                  <a:pt x="0" y="1361359"/>
                </a:moveTo>
                <a:lnTo>
                  <a:pt x="1953435" y="1361359"/>
                </a:lnTo>
                <a:lnTo>
                  <a:pt x="1953435" y="145918"/>
                </a:lnTo>
                <a:lnTo>
                  <a:pt x="472409" y="145918"/>
                </a:lnTo>
                <a:lnTo>
                  <a:pt x="376106" y="0"/>
                </a:lnTo>
                <a:lnTo>
                  <a:pt x="279802" y="145918"/>
                </a:lnTo>
                <a:lnTo>
                  <a:pt x="0" y="145918"/>
                </a:lnTo>
                <a:close/>
              </a:path>
            </a:pathLst>
          </a:custGeom>
          <a:solidFill>
            <a:srgbClr val="0001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solidFill>
                <a:schemeClr val="bg1"/>
              </a:solidFill>
              <a:latin typeface="思源黑体 Regular" panose="020B0500000000000000" pitchFamily="34" charset="-122"/>
              <a:ea typeface="思源黑体 Regular" panose="020B0500000000000000" pitchFamily="34" charset="-122"/>
            </a:endParaRPr>
          </a:p>
        </p:txBody>
      </p:sp>
      <p:cxnSp>
        <p:nvCxnSpPr>
          <p:cNvPr id="22" name="直线连接符 75">
            <a:extLst>
              <a:ext uri="{FF2B5EF4-FFF2-40B4-BE49-F238E27FC236}">
                <a16:creationId xmlns:a16="http://schemas.microsoft.com/office/drawing/2014/main" id="{AFC97220-2A84-3941-DB04-2C48090D0F48}"/>
              </a:ext>
            </a:extLst>
          </p:cNvPr>
          <p:cNvCxnSpPr>
            <a:cxnSpLocks/>
            <a:stCxn id="21" idx="4"/>
            <a:endCxn id="20" idx="0"/>
          </p:cNvCxnSpPr>
          <p:nvPr/>
        </p:nvCxnSpPr>
        <p:spPr>
          <a:xfrm>
            <a:off x="7889176" y="3303688"/>
            <a:ext cx="2266" cy="155894"/>
          </a:xfrm>
          <a:prstGeom prst="line">
            <a:avLst/>
          </a:prstGeom>
          <a:ln w="19050">
            <a:solidFill>
              <a:srgbClr val="8D8F9B"/>
            </a:solidFill>
            <a:prstDash val="sysDot"/>
          </a:ln>
        </p:spPr>
        <p:style>
          <a:lnRef idx="1">
            <a:schemeClr val="accent1"/>
          </a:lnRef>
          <a:fillRef idx="0">
            <a:schemeClr val="accent1"/>
          </a:fillRef>
          <a:effectRef idx="0">
            <a:schemeClr val="accent1"/>
          </a:effectRef>
          <a:fontRef idx="minor">
            <a:schemeClr val="tx1"/>
          </a:fontRef>
        </p:style>
      </p:cxnSp>
      <p:sp>
        <p:nvSpPr>
          <p:cNvPr id="24" name="文本框 84">
            <a:extLst>
              <a:ext uri="{FF2B5EF4-FFF2-40B4-BE49-F238E27FC236}">
                <a16:creationId xmlns:a16="http://schemas.microsoft.com/office/drawing/2014/main" id="{7FCE7AA8-A868-547D-AE11-E98C6ABDF14F}"/>
              </a:ext>
            </a:extLst>
          </p:cNvPr>
          <p:cNvSpPr txBox="1"/>
          <p:nvPr/>
        </p:nvSpPr>
        <p:spPr>
          <a:xfrm>
            <a:off x="975333" y="1416131"/>
            <a:ext cx="3089025" cy="1307794"/>
          </a:xfrm>
          <a:prstGeom prst="rect">
            <a:avLst/>
          </a:prstGeom>
          <a:noFill/>
        </p:spPr>
        <p:txBody>
          <a:bodyPr wrap="square" lIns="91440" tIns="45720" rIns="91440" bIns="45720" rtlCol="0">
            <a:spAutoFit/>
          </a:bodyPr>
          <a:lstStyle/>
          <a:p>
            <a:r>
              <a:rPr lang="en-AU" altLang="zh-CN" b="1">
                <a:solidFill>
                  <a:schemeClr val="bg1"/>
                </a:solidFill>
                <a:ea typeface="等线"/>
              </a:rPr>
              <a:t>Environmental Limitations</a:t>
            </a:r>
          </a:p>
          <a:p>
            <a:pPr marL="285750" indent="-285750">
              <a:lnSpc>
                <a:spcPct val="150000"/>
              </a:lnSpc>
              <a:buFont typeface="Arial" panose="020B0604020202020204" pitchFamily="34" charset="0"/>
              <a:buChar char="•"/>
            </a:pPr>
            <a:r>
              <a:rPr lang="en-AU" altLang="zh-CN" sz="1400">
                <a:solidFill>
                  <a:schemeClr val="bg1"/>
                </a:solidFill>
                <a:ea typeface="等线"/>
              </a:rPr>
              <a:t>Large area and isolated location​</a:t>
            </a:r>
          </a:p>
          <a:p>
            <a:pPr marL="285750" indent="-285750">
              <a:lnSpc>
                <a:spcPct val="150000"/>
              </a:lnSpc>
              <a:buFont typeface="Arial" panose="020B0604020202020204" pitchFamily="34" charset="0"/>
              <a:buChar char="•"/>
            </a:pPr>
            <a:r>
              <a:rPr lang="en-AU" altLang="zh-CN" sz="1400">
                <a:solidFill>
                  <a:schemeClr val="bg1"/>
                </a:solidFill>
                <a:ea typeface="等线"/>
              </a:rPr>
              <a:t>Diverse terrain and ecosystems</a:t>
            </a:r>
            <a:endParaRPr lang="en-AU" sz="1400">
              <a:solidFill>
                <a:schemeClr val="bg1"/>
              </a:solidFill>
            </a:endParaRPr>
          </a:p>
          <a:p>
            <a:pPr marL="285750" indent="-285750">
              <a:lnSpc>
                <a:spcPct val="150000"/>
              </a:lnSpc>
              <a:buFont typeface="Arial" panose="020B0604020202020204" pitchFamily="34" charset="0"/>
              <a:buChar char="•"/>
            </a:pPr>
            <a:r>
              <a:rPr lang="en-AU" altLang="zh-CN" sz="1400">
                <a:solidFill>
                  <a:schemeClr val="bg1"/>
                </a:solidFill>
                <a:ea typeface="等线"/>
              </a:rPr>
              <a:t>Seasonal impacts</a:t>
            </a:r>
            <a:endParaRPr lang="en-AU" sz="1400">
              <a:solidFill>
                <a:schemeClr val="bg1"/>
              </a:solidFill>
            </a:endParaRPr>
          </a:p>
        </p:txBody>
      </p:sp>
      <p:sp>
        <p:nvSpPr>
          <p:cNvPr id="25" name="文本框 86">
            <a:extLst>
              <a:ext uri="{FF2B5EF4-FFF2-40B4-BE49-F238E27FC236}">
                <a16:creationId xmlns:a16="http://schemas.microsoft.com/office/drawing/2014/main" id="{FB658910-891B-AD9D-4191-D23499EA9165}"/>
              </a:ext>
            </a:extLst>
          </p:cNvPr>
          <p:cNvSpPr txBox="1"/>
          <p:nvPr/>
        </p:nvSpPr>
        <p:spPr>
          <a:xfrm>
            <a:off x="3683942" y="4317133"/>
            <a:ext cx="3860699" cy="1292662"/>
          </a:xfrm>
          <a:prstGeom prst="rect">
            <a:avLst/>
          </a:prstGeom>
          <a:noFill/>
        </p:spPr>
        <p:txBody>
          <a:bodyPr wrap="square" lIns="91440" tIns="45720" rIns="91440" bIns="45720" rtlCol="0">
            <a:spAutoFit/>
          </a:bodyPr>
          <a:lstStyle/>
          <a:p>
            <a:r>
              <a:rPr lang="en-AU" altLang="zh-CN" b="1">
                <a:solidFill>
                  <a:schemeClr val="bg1"/>
                </a:solidFill>
                <a:ea typeface="等线"/>
              </a:rPr>
              <a:t>Economic Limitations</a:t>
            </a:r>
          </a:p>
          <a:p>
            <a:pPr marL="285750" indent="-285750">
              <a:lnSpc>
                <a:spcPct val="150000"/>
              </a:lnSpc>
              <a:buFont typeface="Arial" panose="020B0604020202020204" pitchFamily="34" charset="0"/>
              <a:buChar char="•"/>
            </a:pPr>
            <a:r>
              <a:rPr lang="en-AU" altLang="zh-CN" sz="1400">
                <a:solidFill>
                  <a:schemeClr val="bg1"/>
                </a:solidFill>
                <a:ea typeface="等线"/>
              </a:rPr>
              <a:t>Funding</a:t>
            </a:r>
          </a:p>
          <a:p>
            <a:pPr marL="285750" indent="-285750">
              <a:lnSpc>
                <a:spcPct val="150000"/>
              </a:lnSpc>
              <a:buFont typeface="Arial" panose="020B0604020202020204" pitchFamily="34" charset="0"/>
              <a:buChar char="•"/>
            </a:pPr>
            <a:r>
              <a:rPr lang="en-AU" altLang="zh-CN" sz="1400">
                <a:solidFill>
                  <a:schemeClr val="bg1"/>
                </a:solidFill>
                <a:ea typeface="等线"/>
              </a:rPr>
              <a:t>Travel, equipment and labour costs</a:t>
            </a:r>
          </a:p>
          <a:p>
            <a:endParaRPr lang="zh-CN" altLang="en-US"/>
          </a:p>
        </p:txBody>
      </p:sp>
      <p:sp>
        <p:nvSpPr>
          <p:cNvPr id="26" name="文本框 89">
            <a:extLst>
              <a:ext uri="{FF2B5EF4-FFF2-40B4-BE49-F238E27FC236}">
                <a16:creationId xmlns:a16="http://schemas.microsoft.com/office/drawing/2014/main" id="{15BE3C40-F110-B601-5D9A-C5F592FFC85E}"/>
              </a:ext>
            </a:extLst>
          </p:cNvPr>
          <p:cNvSpPr txBox="1"/>
          <p:nvPr/>
        </p:nvSpPr>
        <p:spPr>
          <a:xfrm>
            <a:off x="7149963" y="1268968"/>
            <a:ext cx="4504668" cy="1754326"/>
          </a:xfrm>
          <a:prstGeom prst="rect">
            <a:avLst/>
          </a:prstGeom>
          <a:noFill/>
        </p:spPr>
        <p:txBody>
          <a:bodyPr wrap="square" lIns="91440" tIns="45720" rIns="91440" bIns="45720" rtlCol="0" anchor="t">
            <a:spAutoFit/>
          </a:bodyPr>
          <a:lstStyle/>
          <a:p>
            <a:pPr>
              <a:lnSpc>
                <a:spcPct val="150000"/>
              </a:lnSpc>
            </a:pPr>
            <a:r>
              <a:rPr lang="en-US" altLang="zh-CN" b="1">
                <a:solidFill>
                  <a:schemeClr val="bg1"/>
                </a:solidFill>
                <a:ea typeface="等线"/>
              </a:rPr>
              <a:t>Social Limitations</a:t>
            </a:r>
            <a:endParaRPr lang="en-US" altLang="zh-CN" b="1"/>
          </a:p>
          <a:p>
            <a:pPr marL="285750" indent="-285750">
              <a:lnSpc>
                <a:spcPct val="150000"/>
              </a:lnSpc>
              <a:buFont typeface="Arial" panose="020B0604020202020204" pitchFamily="34" charset="0"/>
              <a:buChar char="•"/>
            </a:pPr>
            <a:r>
              <a:rPr lang="zh-CN" altLang="zh-CN" sz="1400">
                <a:solidFill>
                  <a:schemeClr val="bg1"/>
                </a:solidFill>
                <a:ea typeface="等线"/>
              </a:rPr>
              <a:t>Traditional Owner priorities</a:t>
            </a:r>
            <a:endParaRPr lang="en-US" altLang="zh-CN" sz="1400">
              <a:solidFill>
                <a:schemeClr val="bg1"/>
              </a:solidFill>
              <a:ea typeface="等线"/>
            </a:endParaRPr>
          </a:p>
          <a:p>
            <a:pPr marL="285750" indent="-285750">
              <a:lnSpc>
                <a:spcPct val="150000"/>
              </a:lnSpc>
              <a:buFont typeface="Arial" panose="020B0604020202020204" pitchFamily="34" charset="0"/>
              <a:buChar char="•"/>
            </a:pPr>
            <a:r>
              <a:rPr lang="en-AU" altLang="zh-CN" sz="1400">
                <a:solidFill>
                  <a:schemeClr val="bg1"/>
                </a:solidFill>
                <a:ea typeface="等线"/>
              </a:rPr>
              <a:t>Traditional Owner governance frame</a:t>
            </a:r>
            <a:endParaRPr lang="en-AU" altLang="zh-CN" sz="1400">
              <a:solidFill>
                <a:schemeClr val="bg1"/>
              </a:solidFill>
            </a:endParaRPr>
          </a:p>
          <a:p>
            <a:pPr marL="285750" indent="-285750">
              <a:lnSpc>
                <a:spcPct val="150000"/>
              </a:lnSpc>
              <a:buFont typeface="Arial" panose="020B0604020202020204" pitchFamily="34" charset="0"/>
              <a:buChar char="•"/>
            </a:pPr>
            <a:r>
              <a:rPr lang="en-AU" altLang="zh-CN" sz="1400">
                <a:solidFill>
                  <a:schemeClr val="bg1"/>
                </a:solidFill>
                <a:ea typeface="等线"/>
              </a:rPr>
              <a:t>Cultural heritage law and environmental regulations</a:t>
            </a:r>
            <a:endParaRPr lang="zh-CN" altLang="zh-CN" sz="1400">
              <a:solidFill>
                <a:schemeClr val="bg1"/>
              </a:solidFill>
              <a:ea typeface="等线"/>
            </a:endParaRPr>
          </a:p>
          <a:p>
            <a:endParaRPr lang="zh-CN" altLang="en-US"/>
          </a:p>
        </p:txBody>
      </p:sp>
      <p:sp>
        <p:nvSpPr>
          <p:cNvPr id="27" name="矩形 10">
            <a:extLst>
              <a:ext uri="{FF2B5EF4-FFF2-40B4-BE49-F238E27FC236}">
                <a16:creationId xmlns:a16="http://schemas.microsoft.com/office/drawing/2014/main" id="{1E6CBBDA-B82A-DD46-A102-B53900A1FA9C}"/>
              </a:ext>
            </a:extLst>
          </p:cNvPr>
          <p:cNvSpPr/>
          <p:nvPr/>
        </p:nvSpPr>
        <p:spPr>
          <a:xfrm>
            <a:off x="0" y="3505273"/>
            <a:ext cx="12192000" cy="8415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latin typeface="思源黑体 Regular" panose="020B0500000000000000" pitchFamily="34" charset="-122"/>
              <a:ea typeface="思源黑体 Regular" panose="020B0500000000000000" pitchFamily="34" charset="-122"/>
            </a:endParaRPr>
          </a:p>
        </p:txBody>
      </p:sp>
      <p:sp>
        <p:nvSpPr>
          <p:cNvPr id="14" name="椭圆 12">
            <a:extLst>
              <a:ext uri="{FF2B5EF4-FFF2-40B4-BE49-F238E27FC236}">
                <a16:creationId xmlns:a16="http://schemas.microsoft.com/office/drawing/2014/main" id="{D5F0B246-82E8-186D-9E3C-B4CD64BBAF1D}"/>
              </a:ext>
            </a:extLst>
          </p:cNvPr>
          <p:cNvSpPr/>
          <p:nvPr/>
        </p:nvSpPr>
        <p:spPr>
          <a:xfrm>
            <a:off x="1387501" y="3445076"/>
            <a:ext cx="221673" cy="2045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solidFill>
                <a:schemeClr val="bg1"/>
              </a:solidFill>
              <a:latin typeface="思源黑体 Regular" panose="020B0500000000000000" pitchFamily="34" charset="-122"/>
              <a:ea typeface="思源黑体 Regular" panose="020B0500000000000000" pitchFamily="34" charset="-122"/>
            </a:endParaRPr>
          </a:p>
        </p:txBody>
      </p:sp>
      <p:sp>
        <p:nvSpPr>
          <p:cNvPr id="20" name="椭圆 32">
            <a:extLst>
              <a:ext uri="{FF2B5EF4-FFF2-40B4-BE49-F238E27FC236}">
                <a16:creationId xmlns:a16="http://schemas.microsoft.com/office/drawing/2014/main" id="{EBDD779F-83DF-611A-EE34-FF244F1D931F}"/>
              </a:ext>
            </a:extLst>
          </p:cNvPr>
          <p:cNvSpPr/>
          <p:nvPr/>
        </p:nvSpPr>
        <p:spPr>
          <a:xfrm>
            <a:off x="7780605" y="3459582"/>
            <a:ext cx="221673" cy="2045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solidFill>
                <a:schemeClr val="bg1"/>
              </a:solidFill>
              <a:latin typeface="思源黑体 Regular" panose="020B0500000000000000" pitchFamily="34" charset="-122"/>
              <a:ea typeface="思源黑体 Regular" panose="020B0500000000000000" pitchFamily="34" charset="-122"/>
            </a:endParaRPr>
          </a:p>
        </p:txBody>
      </p:sp>
      <p:sp>
        <p:nvSpPr>
          <p:cNvPr id="17" name="椭圆 20">
            <a:extLst>
              <a:ext uri="{FF2B5EF4-FFF2-40B4-BE49-F238E27FC236}">
                <a16:creationId xmlns:a16="http://schemas.microsoft.com/office/drawing/2014/main" id="{01F191BB-72D4-1777-FD1D-32A8E6831B34}"/>
              </a:ext>
            </a:extLst>
          </p:cNvPr>
          <p:cNvSpPr/>
          <p:nvPr/>
        </p:nvSpPr>
        <p:spPr>
          <a:xfrm>
            <a:off x="4154092" y="3457339"/>
            <a:ext cx="221673" cy="2045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solidFill>
                <a:schemeClr val="bg1"/>
              </a:solidFill>
              <a:latin typeface="思源黑体 Regular" panose="020B0500000000000000" pitchFamily="34" charset="-122"/>
              <a:ea typeface="思源黑体 Regular" panose="020B0500000000000000" pitchFamily="34" charset="-122"/>
            </a:endParaRPr>
          </a:p>
        </p:txBody>
      </p:sp>
      <p:sp>
        <p:nvSpPr>
          <p:cNvPr id="3" name="TextBox 2">
            <a:extLst>
              <a:ext uri="{FF2B5EF4-FFF2-40B4-BE49-F238E27FC236}">
                <a16:creationId xmlns:a16="http://schemas.microsoft.com/office/drawing/2014/main" id="{DE6CAFEF-08A2-97CA-1889-A53BD6DBCB2C}"/>
              </a:ext>
            </a:extLst>
          </p:cNvPr>
          <p:cNvSpPr txBox="1"/>
          <p:nvPr/>
        </p:nvSpPr>
        <p:spPr>
          <a:xfrm>
            <a:off x="330616" y="6107489"/>
            <a:ext cx="3603611" cy="246221"/>
          </a:xfrm>
          <a:prstGeom prst="rect">
            <a:avLst/>
          </a:prstGeom>
          <a:noFill/>
        </p:spPr>
        <p:txBody>
          <a:bodyPr wrap="square">
            <a:spAutoFit/>
          </a:bodyPr>
          <a:lstStyle/>
          <a:p>
            <a:pPr algn="r"/>
            <a:r>
              <a:rPr lang="en-ID" sz="1000">
                <a:solidFill>
                  <a:schemeClr val="bg1">
                    <a:lumMod val="50000"/>
                  </a:schemeClr>
                </a:solidFill>
              </a:rPr>
              <a:t>(Engineers Without Borders Australia [EWB], 2026)</a:t>
            </a:r>
            <a:endParaRPr lang="en-US" sz="1000">
              <a:solidFill>
                <a:schemeClr val="bg1">
                  <a:lumMod val="50000"/>
                </a:schemeClr>
              </a:solidFill>
            </a:endParaRPr>
          </a:p>
        </p:txBody>
      </p:sp>
    </p:spTree>
    <p:extLst>
      <p:ext uri="{BB962C8B-B14F-4D97-AF65-F5344CB8AC3E}">
        <p14:creationId xmlns:p14="http://schemas.microsoft.com/office/powerpoint/2010/main" val="1740181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21" grpId="0" animBg="1"/>
      <p:bldP spid="24" grpId="0"/>
      <p:bldP spid="25" grpId="0"/>
      <p:bldP spid="26" grpId="0"/>
      <p:bldP spid="27" grpId="0" animBg="1"/>
      <p:bldP spid="14" grpId="0" animBg="1"/>
      <p:bldP spid="20"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D967A-AF71-7437-884B-921E10D51D6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A17A335-F134-E074-55A5-15A8C1D179E7}"/>
              </a:ext>
            </a:extLst>
          </p:cNvPr>
          <p:cNvSpPr>
            <a:spLocks noGrp="1"/>
          </p:cNvSpPr>
          <p:nvPr>
            <p:ph type="ftr" sz="quarter" idx="11"/>
          </p:nvPr>
        </p:nvSpPr>
        <p:spPr/>
        <p:txBody>
          <a:bodyPr/>
          <a:lstStyle/>
          <a:p>
            <a:r>
              <a:rPr lang="en-US">
                <a:latin typeface="Aptos"/>
                <a:cs typeface="Arial"/>
              </a:rPr>
              <a:t>Current Practices | Glenny </a:t>
            </a:r>
            <a:r>
              <a:rPr lang="en-US" err="1">
                <a:latin typeface="Aptos"/>
                <a:cs typeface="Arial"/>
              </a:rPr>
              <a:t>Veneesha</a:t>
            </a:r>
            <a:endParaRPr lang="en-US" err="1"/>
          </a:p>
        </p:txBody>
      </p:sp>
      <p:sp>
        <p:nvSpPr>
          <p:cNvPr id="27" name="Rectangle: Rounded Corners 26">
            <a:extLst>
              <a:ext uri="{FF2B5EF4-FFF2-40B4-BE49-F238E27FC236}">
                <a16:creationId xmlns:a16="http://schemas.microsoft.com/office/drawing/2014/main" id="{87D58C36-D186-BE07-3B27-102BF62B2B0C}"/>
              </a:ext>
            </a:extLst>
          </p:cNvPr>
          <p:cNvSpPr/>
          <p:nvPr/>
        </p:nvSpPr>
        <p:spPr>
          <a:xfrm>
            <a:off x="388644" y="1833351"/>
            <a:ext cx="1895641" cy="2510211"/>
          </a:xfrm>
          <a:prstGeom prst="roundRect">
            <a:avLst/>
          </a:prstGeom>
          <a:ln>
            <a:solidFill>
              <a:srgbClr val="0F4BEA"/>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F233371A-7683-967B-8303-30103B947F2F}"/>
              </a:ext>
            </a:extLst>
          </p:cNvPr>
          <p:cNvSpPr/>
          <p:nvPr/>
        </p:nvSpPr>
        <p:spPr>
          <a:xfrm>
            <a:off x="2783501" y="1833351"/>
            <a:ext cx="1895641" cy="2510211"/>
          </a:xfrm>
          <a:prstGeom prst="roundRect">
            <a:avLst/>
          </a:prstGeom>
          <a:ln>
            <a:solidFill>
              <a:srgbClr val="0F4BEA"/>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07B53607-4C00-C7B1-D7F4-10E77756DF87}"/>
              </a:ext>
            </a:extLst>
          </p:cNvPr>
          <p:cNvSpPr/>
          <p:nvPr/>
        </p:nvSpPr>
        <p:spPr>
          <a:xfrm>
            <a:off x="5167472" y="1833351"/>
            <a:ext cx="1895641" cy="2510211"/>
          </a:xfrm>
          <a:prstGeom prst="roundRect">
            <a:avLst/>
          </a:prstGeom>
          <a:ln>
            <a:solidFill>
              <a:srgbClr val="0F4BEA"/>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36EDADA5-DA89-265C-0FCC-414FC9548068}"/>
              </a:ext>
            </a:extLst>
          </p:cNvPr>
          <p:cNvSpPr/>
          <p:nvPr/>
        </p:nvSpPr>
        <p:spPr>
          <a:xfrm>
            <a:off x="7551443" y="1833350"/>
            <a:ext cx="1895641" cy="2510211"/>
          </a:xfrm>
          <a:prstGeom prst="roundRect">
            <a:avLst/>
          </a:prstGeom>
          <a:ln>
            <a:solidFill>
              <a:srgbClr val="0F4BEA"/>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211D28F1-8064-7F2F-688A-84299B00915C}"/>
              </a:ext>
            </a:extLst>
          </p:cNvPr>
          <p:cNvSpPr/>
          <p:nvPr/>
        </p:nvSpPr>
        <p:spPr>
          <a:xfrm>
            <a:off x="9958467" y="1833351"/>
            <a:ext cx="1895641" cy="2510211"/>
          </a:xfrm>
          <a:prstGeom prst="roundRect">
            <a:avLst/>
          </a:prstGeom>
          <a:ln>
            <a:solidFill>
              <a:srgbClr val="0F4BEA"/>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02C12F36-D084-78D4-5FFC-D8A8B863BF4E}"/>
              </a:ext>
            </a:extLst>
          </p:cNvPr>
          <p:cNvSpPr txBox="1"/>
          <p:nvPr/>
        </p:nvSpPr>
        <p:spPr>
          <a:xfrm>
            <a:off x="2286921" y="2706644"/>
            <a:ext cx="288486" cy="76944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solidFill>
                  <a:srgbClr val="0F4BEA"/>
                </a:solidFill>
              </a:rPr>
              <a:t>&gt;</a:t>
            </a:r>
          </a:p>
        </p:txBody>
      </p:sp>
      <p:sp>
        <p:nvSpPr>
          <p:cNvPr id="37" name="TextBox 36">
            <a:extLst>
              <a:ext uri="{FF2B5EF4-FFF2-40B4-BE49-F238E27FC236}">
                <a16:creationId xmlns:a16="http://schemas.microsoft.com/office/drawing/2014/main" id="{49E09998-0A39-E0B6-F41B-13BBABA21A83}"/>
              </a:ext>
            </a:extLst>
          </p:cNvPr>
          <p:cNvSpPr txBox="1"/>
          <p:nvPr/>
        </p:nvSpPr>
        <p:spPr>
          <a:xfrm>
            <a:off x="4673774" y="2706643"/>
            <a:ext cx="288486" cy="76944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solidFill>
                  <a:srgbClr val="0F4BEA"/>
                </a:solidFill>
              </a:rPr>
              <a:t>&gt;</a:t>
            </a:r>
          </a:p>
        </p:txBody>
      </p:sp>
      <p:sp>
        <p:nvSpPr>
          <p:cNvPr id="38" name="TextBox 37">
            <a:extLst>
              <a:ext uri="{FF2B5EF4-FFF2-40B4-BE49-F238E27FC236}">
                <a16:creationId xmlns:a16="http://schemas.microsoft.com/office/drawing/2014/main" id="{6982665D-13C0-AC9A-1801-CC508ECB865E}"/>
              </a:ext>
            </a:extLst>
          </p:cNvPr>
          <p:cNvSpPr txBox="1"/>
          <p:nvPr/>
        </p:nvSpPr>
        <p:spPr>
          <a:xfrm>
            <a:off x="7083038" y="2695437"/>
            <a:ext cx="288486" cy="76944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solidFill>
                  <a:srgbClr val="0F4BEA"/>
                </a:solidFill>
              </a:rPr>
              <a:t>&gt;</a:t>
            </a:r>
          </a:p>
        </p:txBody>
      </p:sp>
      <p:sp>
        <p:nvSpPr>
          <p:cNvPr id="39" name="TextBox 38">
            <a:extLst>
              <a:ext uri="{FF2B5EF4-FFF2-40B4-BE49-F238E27FC236}">
                <a16:creationId xmlns:a16="http://schemas.microsoft.com/office/drawing/2014/main" id="{78CA8DB7-AFC4-5CEB-086B-6194AC9FB2BF}"/>
              </a:ext>
            </a:extLst>
          </p:cNvPr>
          <p:cNvSpPr txBox="1"/>
          <p:nvPr/>
        </p:nvSpPr>
        <p:spPr>
          <a:xfrm>
            <a:off x="9458685" y="2706644"/>
            <a:ext cx="288486" cy="76944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solidFill>
                  <a:srgbClr val="0F4BEA"/>
                </a:solidFill>
              </a:rPr>
              <a:t>&gt;</a:t>
            </a:r>
          </a:p>
        </p:txBody>
      </p:sp>
      <p:grpSp>
        <p:nvGrpSpPr>
          <p:cNvPr id="43" name="Group 42">
            <a:extLst>
              <a:ext uri="{FF2B5EF4-FFF2-40B4-BE49-F238E27FC236}">
                <a16:creationId xmlns:a16="http://schemas.microsoft.com/office/drawing/2014/main" id="{2DFA1703-9257-5BC5-79BE-DC0EC0B51715}"/>
              </a:ext>
            </a:extLst>
          </p:cNvPr>
          <p:cNvGrpSpPr/>
          <p:nvPr/>
        </p:nvGrpSpPr>
        <p:grpSpPr>
          <a:xfrm>
            <a:off x="1077724" y="2065971"/>
            <a:ext cx="516200" cy="404285"/>
            <a:chOff x="1071010" y="2394036"/>
            <a:chExt cx="516200" cy="404285"/>
          </a:xfrm>
        </p:grpSpPr>
        <p:sp>
          <p:nvSpPr>
            <p:cNvPr id="40" name="Oval 39">
              <a:extLst>
                <a:ext uri="{FF2B5EF4-FFF2-40B4-BE49-F238E27FC236}">
                  <a16:creationId xmlns:a16="http://schemas.microsoft.com/office/drawing/2014/main" id="{5AC015E4-AD62-29BF-F030-D0B104B3B55A}"/>
                </a:ext>
              </a:extLst>
            </p:cNvPr>
            <p:cNvSpPr/>
            <p:nvPr/>
          </p:nvSpPr>
          <p:spPr>
            <a:xfrm>
              <a:off x="1114224" y="2394036"/>
              <a:ext cx="404285" cy="404285"/>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494FD98-BAF0-ADF2-4664-0984A8AD72AC}"/>
                </a:ext>
              </a:extLst>
            </p:cNvPr>
            <p:cNvSpPr txBox="1"/>
            <p:nvPr/>
          </p:nvSpPr>
          <p:spPr>
            <a:xfrm>
              <a:off x="1071010" y="2414057"/>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01</a:t>
              </a:r>
              <a:endParaRPr lang="en-US"/>
            </a:p>
          </p:txBody>
        </p:sp>
      </p:grpSp>
      <p:sp>
        <p:nvSpPr>
          <p:cNvPr id="56" name="TextBox 55">
            <a:extLst>
              <a:ext uri="{FF2B5EF4-FFF2-40B4-BE49-F238E27FC236}">
                <a16:creationId xmlns:a16="http://schemas.microsoft.com/office/drawing/2014/main" id="{D26FD527-CEFF-6A7F-0C09-8F34AF299D35}"/>
              </a:ext>
            </a:extLst>
          </p:cNvPr>
          <p:cNvSpPr txBox="1"/>
          <p:nvPr/>
        </p:nvSpPr>
        <p:spPr>
          <a:xfrm>
            <a:off x="474973" y="2895491"/>
            <a:ext cx="16962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Locate Area</a:t>
            </a:r>
            <a:endParaRPr lang="en-US"/>
          </a:p>
        </p:txBody>
      </p:sp>
      <p:sp>
        <p:nvSpPr>
          <p:cNvPr id="57" name="TextBox 56">
            <a:extLst>
              <a:ext uri="{FF2B5EF4-FFF2-40B4-BE49-F238E27FC236}">
                <a16:creationId xmlns:a16="http://schemas.microsoft.com/office/drawing/2014/main" id="{733A638D-E585-9466-7CCE-6CA3466DE8A1}"/>
              </a:ext>
            </a:extLst>
          </p:cNvPr>
          <p:cNvSpPr txBox="1"/>
          <p:nvPr/>
        </p:nvSpPr>
        <p:spPr>
          <a:xfrm>
            <a:off x="2887601" y="2895491"/>
            <a:ext cx="16962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Photo Log</a:t>
            </a:r>
            <a:endParaRPr lang="en-US"/>
          </a:p>
        </p:txBody>
      </p:sp>
      <p:sp>
        <p:nvSpPr>
          <p:cNvPr id="58" name="TextBox 57">
            <a:extLst>
              <a:ext uri="{FF2B5EF4-FFF2-40B4-BE49-F238E27FC236}">
                <a16:creationId xmlns:a16="http://schemas.microsoft.com/office/drawing/2014/main" id="{D6E2B8F6-2E6F-2AB3-B5EE-1289A4B6B267}"/>
              </a:ext>
            </a:extLst>
          </p:cNvPr>
          <p:cNvSpPr txBox="1"/>
          <p:nvPr/>
        </p:nvSpPr>
        <p:spPr>
          <a:xfrm>
            <a:off x="5267185" y="2895491"/>
            <a:ext cx="16962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GPS-Tag</a:t>
            </a:r>
            <a:endParaRPr lang="en-US"/>
          </a:p>
        </p:txBody>
      </p:sp>
      <p:sp>
        <p:nvSpPr>
          <p:cNvPr id="59" name="TextBox 58">
            <a:extLst>
              <a:ext uri="{FF2B5EF4-FFF2-40B4-BE49-F238E27FC236}">
                <a16:creationId xmlns:a16="http://schemas.microsoft.com/office/drawing/2014/main" id="{B6870B05-91DB-4D5A-B1AE-D175956A9CC2}"/>
              </a:ext>
            </a:extLst>
          </p:cNvPr>
          <p:cNvSpPr txBox="1"/>
          <p:nvPr/>
        </p:nvSpPr>
        <p:spPr>
          <a:xfrm>
            <a:off x="7646071" y="2903789"/>
            <a:ext cx="16962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Spray Weed</a:t>
            </a:r>
            <a:endParaRPr lang="en-US"/>
          </a:p>
        </p:txBody>
      </p:sp>
      <p:sp>
        <p:nvSpPr>
          <p:cNvPr id="60" name="TextBox 59">
            <a:extLst>
              <a:ext uri="{FF2B5EF4-FFF2-40B4-BE49-F238E27FC236}">
                <a16:creationId xmlns:a16="http://schemas.microsoft.com/office/drawing/2014/main" id="{F0B18E8D-B0C1-AF37-A85D-FEB30FAFFF6C}"/>
              </a:ext>
            </a:extLst>
          </p:cNvPr>
          <p:cNvSpPr txBox="1"/>
          <p:nvPr/>
        </p:nvSpPr>
        <p:spPr>
          <a:xfrm>
            <a:off x="9945722" y="2903789"/>
            <a:ext cx="18956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Reassessment</a:t>
            </a:r>
            <a:endParaRPr lang="en-US"/>
          </a:p>
        </p:txBody>
      </p:sp>
      <p:sp>
        <p:nvSpPr>
          <p:cNvPr id="61" name="TextBox 60">
            <a:extLst>
              <a:ext uri="{FF2B5EF4-FFF2-40B4-BE49-F238E27FC236}">
                <a16:creationId xmlns:a16="http://schemas.microsoft.com/office/drawing/2014/main" id="{E199508B-AA2A-4D16-9088-992D56DBD006}"/>
              </a:ext>
            </a:extLst>
          </p:cNvPr>
          <p:cNvSpPr txBox="1"/>
          <p:nvPr/>
        </p:nvSpPr>
        <p:spPr>
          <a:xfrm>
            <a:off x="529792" y="3345010"/>
            <a:ext cx="161420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solidFill>
                  <a:srgbClr val="475569"/>
                </a:solidFill>
                <a:highlight>
                  <a:srgbClr val="FFFFFF"/>
                </a:highlight>
                <a:ea typeface="+mn-lt"/>
                <a:cs typeface="+mn-lt"/>
              </a:rPr>
              <a:t>Identify and scout active weed infestation sites manually across country</a:t>
            </a:r>
            <a:endParaRPr lang="en-US"/>
          </a:p>
        </p:txBody>
      </p:sp>
      <p:sp>
        <p:nvSpPr>
          <p:cNvPr id="2" name="TextBox 1">
            <a:extLst>
              <a:ext uri="{FF2B5EF4-FFF2-40B4-BE49-F238E27FC236}">
                <a16:creationId xmlns:a16="http://schemas.microsoft.com/office/drawing/2014/main" id="{A63B2D99-B9B5-6F02-8611-650D5298F882}"/>
              </a:ext>
            </a:extLst>
          </p:cNvPr>
          <p:cNvSpPr txBox="1"/>
          <p:nvPr/>
        </p:nvSpPr>
        <p:spPr>
          <a:xfrm>
            <a:off x="2973420" y="3347100"/>
            <a:ext cx="151335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solidFill>
                  <a:srgbClr val="475569"/>
                </a:solidFill>
                <a:highlight>
                  <a:srgbClr val="FFFFFF"/>
                </a:highlight>
              </a:rPr>
              <a:t>Identify and record weed species for eradication</a:t>
            </a:r>
          </a:p>
        </p:txBody>
      </p:sp>
      <p:sp>
        <p:nvSpPr>
          <p:cNvPr id="3" name="TextBox 2">
            <a:extLst>
              <a:ext uri="{FF2B5EF4-FFF2-40B4-BE49-F238E27FC236}">
                <a16:creationId xmlns:a16="http://schemas.microsoft.com/office/drawing/2014/main" id="{E33A078F-1459-DBB1-4FBF-904ACF20F4F7}"/>
              </a:ext>
            </a:extLst>
          </p:cNvPr>
          <p:cNvSpPr txBox="1"/>
          <p:nvPr/>
        </p:nvSpPr>
        <p:spPr>
          <a:xfrm>
            <a:off x="5360061" y="3347099"/>
            <a:ext cx="151335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solidFill>
                  <a:srgbClr val="475569"/>
                </a:solidFill>
                <a:highlight>
                  <a:srgbClr val="FFFFFF"/>
                </a:highlight>
              </a:rPr>
              <a:t>Mark and track the location of the weed infestation</a:t>
            </a:r>
          </a:p>
        </p:txBody>
      </p:sp>
      <p:sp>
        <p:nvSpPr>
          <p:cNvPr id="7" name="TextBox 6">
            <a:extLst>
              <a:ext uri="{FF2B5EF4-FFF2-40B4-BE49-F238E27FC236}">
                <a16:creationId xmlns:a16="http://schemas.microsoft.com/office/drawing/2014/main" id="{E9E40B68-C619-6D7C-CF3B-9AE28441245C}"/>
              </a:ext>
            </a:extLst>
          </p:cNvPr>
          <p:cNvSpPr txBox="1"/>
          <p:nvPr/>
        </p:nvSpPr>
        <p:spPr>
          <a:xfrm>
            <a:off x="7737500" y="3347099"/>
            <a:ext cx="151335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solidFill>
                  <a:srgbClr val="475569"/>
                </a:solidFill>
                <a:highlight>
                  <a:srgbClr val="FFFFFF"/>
                </a:highlight>
              </a:rPr>
              <a:t>Spray weed medication based on the identified weed species</a:t>
            </a:r>
          </a:p>
        </p:txBody>
      </p:sp>
      <p:sp>
        <p:nvSpPr>
          <p:cNvPr id="8" name="TextBox 7">
            <a:extLst>
              <a:ext uri="{FF2B5EF4-FFF2-40B4-BE49-F238E27FC236}">
                <a16:creationId xmlns:a16="http://schemas.microsoft.com/office/drawing/2014/main" id="{4D4BA7DC-3215-CDF2-C3B4-44844C5952E4}"/>
              </a:ext>
            </a:extLst>
          </p:cNvPr>
          <p:cNvSpPr txBox="1"/>
          <p:nvPr/>
        </p:nvSpPr>
        <p:spPr>
          <a:xfrm>
            <a:off x="10155580" y="3347099"/>
            <a:ext cx="151335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solidFill>
                  <a:srgbClr val="475569"/>
                </a:solidFill>
                <a:highlight>
                  <a:srgbClr val="FFFFFF"/>
                </a:highlight>
              </a:rPr>
              <a:t>Comes back to infested area a month later to assess effectiveness</a:t>
            </a:r>
          </a:p>
        </p:txBody>
      </p:sp>
      <p:grpSp>
        <p:nvGrpSpPr>
          <p:cNvPr id="5" name="Group 4">
            <a:extLst>
              <a:ext uri="{FF2B5EF4-FFF2-40B4-BE49-F238E27FC236}">
                <a16:creationId xmlns:a16="http://schemas.microsoft.com/office/drawing/2014/main" id="{3825B78D-355E-4979-563F-1A7C10781930}"/>
              </a:ext>
            </a:extLst>
          </p:cNvPr>
          <p:cNvGrpSpPr/>
          <p:nvPr/>
        </p:nvGrpSpPr>
        <p:grpSpPr>
          <a:xfrm>
            <a:off x="3460478" y="2065971"/>
            <a:ext cx="516200" cy="404285"/>
            <a:chOff x="1058266" y="2394036"/>
            <a:chExt cx="516200" cy="404285"/>
          </a:xfrm>
        </p:grpSpPr>
        <p:sp>
          <p:nvSpPr>
            <p:cNvPr id="9" name="Oval 8">
              <a:extLst>
                <a:ext uri="{FF2B5EF4-FFF2-40B4-BE49-F238E27FC236}">
                  <a16:creationId xmlns:a16="http://schemas.microsoft.com/office/drawing/2014/main" id="{FE8CC397-BECD-9127-C341-39B2317CA710}"/>
                </a:ext>
              </a:extLst>
            </p:cNvPr>
            <p:cNvSpPr/>
            <p:nvPr/>
          </p:nvSpPr>
          <p:spPr>
            <a:xfrm>
              <a:off x="1114224" y="2394036"/>
              <a:ext cx="404285" cy="404285"/>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C461F83-ECE8-F1FD-6F3A-32BFE0ECC462}"/>
                </a:ext>
              </a:extLst>
            </p:cNvPr>
            <p:cNvSpPr txBox="1"/>
            <p:nvPr/>
          </p:nvSpPr>
          <p:spPr>
            <a:xfrm>
              <a:off x="1058266" y="2413787"/>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02</a:t>
              </a:r>
              <a:endParaRPr lang="en-US"/>
            </a:p>
          </p:txBody>
        </p:sp>
      </p:grpSp>
      <p:grpSp>
        <p:nvGrpSpPr>
          <p:cNvPr id="11" name="Group 10">
            <a:extLst>
              <a:ext uri="{FF2B5EF4-FFF2-40B4-BE49-F238E27FC236}">
                <a16:creationId xmlns:a16="http://schemas.microsoft.com/office/drawing/2014/main" id="{ACD7F310-AD2B-658D-53BA-664EA382955F}"/>
              </a:ext>
            </a:extLst>
          </p:cNvPr>
          <p:cNvGrpSpPr/>
          <p:nvPr/>
        </p:nvGrpSpPr>
        <p:grpSpPr>
          <a:xfrm>
            <a:off x="5825156" y="2063182"/>
            <a:ext cx="516200" cy="404285"/>
            <a:chOff x="1058266" y="2394036"/>
            <a:chExt cx="516200" cy="404285"/>
          </a:xfrm>
        </p:grpSpPr>
        <p:sp>
          <p:nvSpPr>
            <p:cNvPr id="12" name="Oval 11">
              <a:extLst>
                <a:ext uri="{FF2B5EF4-FFF2-40B4-BE49-F238E27FC236}">
                  <a16:creationId xmlns:a16="http://schemas.microsoft.com/office/drawing/2014/main" id="{0FBCB241-67C6-C700-3E46-BC9E5667B0FE}"/>
                </a:ext>
              </a:extLst>
            </p:cNvPr>
            <p:cNvSpPr/>
            <p:nvPr/>
          </p:nvSpPr>
          <p:spPr>
            <a:xfrm>
              <a:off x="1114224" y="2394036"/>
              <a:ext cx="404285" cy="404285"/>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D43B8D2-9F5C-E4CD-119B-A5576278FC54}"/>
                </a:ext>
              </a:extLst>
            </p:cNvPr>
            <p:cNvSpPr txBox="1"/>
            <p:nvPr/>
          </p:nvSpPr>
          <p:spPr>
            <a:xfrm>
              <a:off x="1058266" y="2411512"/>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03</a:t>
              </a:r>
              <a:endParaRPr lang="en-US"/>
            </a:p>
          </p:txBody>
        </p:sp>
      </p:grpSp>
      <p:grpSp>
        <p:nvGrpSpPr>
          <p:cNvPr id="14" name="Group 13">
            <a:extLst>
              <a:ext uri="{FF2B5EF4-FFF2-40B4-BE49-F238E27FC236}">
                <a16:creationId xmlns:a16="http://schemas.microsoft.com/office/drawing/2014/main" id="{B3D6EB5B-825C-C9E8-38C7-42C94E9F6CDA}"/>
              </a:ext>
            </a:extLst>
          </p:cNvPr>
          <p:cNvGrpSpPr/>
          <p:nvPr/>
        </p:nvGrpSpPr>
        <p:grpSpPr>
          <a:xfrm>
            <a:off x="8236078" y="2051135"/>
            <a:ext cx="516200" cy="404285"/>
            <a:chOff x="1054398" y="2394036"/>
            <a:chExt cx="516200" cy="404285"/>
          </a:xfrm>
        </p:grpSpPr>
        <p:sp>
          <p:nvSpPr>
            <p:cNvPr id="15" name="Oval 14">
              <a:extLst>
                <a:ext uri="{FF2B5EF4-FFF2-40B4-BE49-F238E27FC236}">
                  <a16:creationId xmlns:a16="http://schemas.microsoft.com/office/drawing/2014/main" id="{A8E338F2-97B9-22BD-9A73-13A4B22BB433}"/>
                </a:ext>
              </a:extLst>
            </p:cNvPr>
            <p:cNvSpPr/>
            <p:nvPr/>
          </p:nvSpPr>
          <p:spPr>
            <a:xfrm>
              <a:off x="1114224" y="2394036"/>
              <a:ext cx="404285" cy="404285"/>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E0B9BFD-B486-ADD3-DE1D-CBE017E27063}"/>
                </a:ext>
              </a:extLst>
            </p:cNvPr>
            <p:cNvSpPr txBox="1"/>
            <p:nvPr/>
          </p:nvSpPr>
          <p:spPr>
            <a:xfrm>
              <a:off x="1054398" y="2418226"/>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04</a:t>
              </a:r>
              <a:endParaRPr lang="en-US"/>
            </a:p>
          </p:txBody>
        </p:sp>
      </p:grpSp>
      <p:grpSp>
        <p:nvGrpSpPr>
          <p:cNvPr id="17" name="Group 16">
            <a:extLst>
              <a:ext uri="{FF2B5EF4-FFF2-40B4-BE49-F238E27FC236}">
                <a16:creationId xmlns:a16="http://schemas.microsoft.com/office/drawing/2014/main" id="{B0D04507-5A17-E4F0-5CE6-D902F123342A}"/>
              </a:ext>
            </a:extLst>
          </p:cNvPr>
          <p:cNvGrpSpPr/>
          <p:nvPr/>
        </p:nvGrpSpPr>
        <p:grpSpPr>
          <a:xfrm>
            <a:off x="10635443" y="2040372"/>
            <a:ext cx="516200" cy="404285"/>
            <a:chOff x="1058266" y="2394036"/>
            <a:chExt cx="516200" cy="404285"/>
          </a:xfrm>
        </p:grpSpPr>
        <p:sp>
          <p:nvSpPr>
            <p:cNvPr id="18" name="Oval 17">
              <a:extLst>
                <a:ext uri="{FF2B5EF4-FFF2-40B4-BE49-F238E27FC236}">
                  <a16:creationId xmlns:a16="http://schemas.microsoft.com/office/drawing/2014/main" id="{553B90E0-82BE-6C36-B482-8AAFA32D4C39}"/>
                </a:ext>
              </a:extLst>
            </p:cNvPr>
            <p:cNvSpPr/>
            <p:nvPr/>
          </p:nvSpPr>
          <p:spPr>
            <a:xfrm>
              <a:off x="1114224" y="2394036"/>
              <a:ext cx="404285" cy="404285"/>
            </a:xfrm>
            <a:prstGeom prst="ellipse">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DF46CF1-0FE8-583B-A8EB-53F9260A8241}"/>
                </a:ext>
              </a:extLst>
            </p:cNvPr>
            <p:cNvSpPr txBox="1"/>
            <p:nvPr/>
          </p:nvSpPr>
          <p:spPr>
            <a:xfrm>
              <a:off x="1058266" y="2422275"/>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05</a:t>
              </a:r>
              <a:endParaRPr lang="en-US"/>
            </a:p>
          </p:txBody>
        </p:sp>
      </p:grpSp>
      <p:sp>
        <p:nvSpPr>
          <p:cNvPr id="6" name="TextBox 5">
            <a:extLst>
              <a:ext uri="{FF2B5EF4-FFF2-40B4-BE49-F238E27FC236}">
                <a16:creationId xmlns:a16="http://schemas.microsoft.com/office/drawing/2014/main" id="{8C43BFA1-0DD4-D236-8798-6770EB09E5B1}"/>
              </a:ext>
            </a:extLst>
          </p:cNvPr>
          <p:cNvSpPr txBox="1"/>
          <p:nvPr/>
        </p:nvSpPr>
        <p:spPr>
          <a:xfrm>
            <a:off x="335502" y="6110128"/>
            <a:ext cx="148444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ID" sz="1000">
                <a:solidFill>
                  <a:schemeClr val="bg1">
                    <a:lumMod val="50000"/>
                  </a:schemeClr>
                </a:solidFill>
              </a:rPr>
              <a:t>(EWB, 2026)</a:t>
            </a:r>
            <a:endParaRPr lang="en-US" sz="1000">
              <a:solidFill>
                <a:schemeClr val="bg1">
                  <a:lumMod val="50000"/>
                </a:schemeClr>
              </a:solidFill>
            </a:endParaRPr>
          </a:p>
        </p:txBody>
      </p:sp>
    </p:spTree>
    <p:extLst>
      <p:ext uri="{BB962C8B-B14F-4D97-AF65-F5344CB8AC3E}">
        <p14:creationId xmlns:p14="http://schemas.microsoft.com/office/powerpoint/2010/main" val="2180912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p:tgtEl>
                                          <p:spTgt spid="32"/>
                                        </p:tgtEl>
                                        <p:attrNameLst>
                                          <p:attrName>ppt_x</p:attrName>
                                        </p:attrNameLst>
                                      </p:cBhvr>
                                      <p:tavLst>
                                        <p:tav tm="0">
                                          <p:val>
                                            <p:strVal val="#ppt_x-#ppt_w*1.125000"/>
                                          </p:val>
                                        </p:tav>
                                        <p:tav tm="100000">
                                          <p:val>
                                            <p:strVal val="#ppt_x"/>
                                          </p:val>
                                        </p:tav>
                                      </p:tavLst>
                                    </p:anim>
                                    <p:animEffect transition="in" filter="wipe(right)">
                                      <p:cBhvr>
                                        <p:cTn id="8" dur="500"/>
                                        <p:tgtEl>
                                          <p:spTgt spid="32"/>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ppt_x</p:attrName>
                                        </p:attrNameLst>
                                      </p:cBhvr>
                                      <p:tavLst>
                                        <p:tav tm="0">
                                          <p:val>
                                            <p:strVal val="#ppt_x-#ppt_w*1.125000"/>
                                          </p:val>
                                        </p:tav>
                                        <p:tav tm="100000">
                                          <p:val>
                                            <p:strVal val="#ppt_x"/>
                                          </p:val>
                                        </p:tav>
                                      </p:tavLst>
                                    </p:anim>
                                    <p:animEffect transition="in" filter="wipe(right)">
                                      <p:cBhvr>
                                        <p:cTn id="12" dur="500"/>
                                        <p:tgtEl>
                                          <p:spTgt spid="36"/>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anim calcmode="lin" valueType="num">
                                      <p:cBhvr additive="base">
                                        <p:cTn id="15" dur="500"/>
                                        <p:tgtEl>
                                          <p:spTgt spid="57"/>
                                        </p:tgtEl>
                                        <p:attrNameLst>
                                          <p:attrName>ppt_x</p:attrName>
                                        </p:attrNameLst>
                                      </p:cBhvr>
                                      <p:tavLst>
                                        <p:tav tm="0">
                                          <p:val>
                                            <p:strVal val="#ppt_x-#ppt_w*1.125000"/>
                                          </p:val>
                                        </p:tav>
                                        <p:tav tm="100000">
                                          <p:val>
                                            <p:strVal val="#ppt_x"/>
                                          </p:val>
                                        </p:tav>
                                      </p:tavLst>
                                    </p:anim>
                                    <p:animEffect transition="in" filter="wipe(right)">
                                      <p:cBhvr>
                                        <p:cTn id="16" dur="500"/>
                                        <p:tgtEl>
                                          <p:spTgt spid="57"/>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p:tgtEl>
                                          <p:spTgt spid="2"/>
                                        </p:tgtEl>
                                        <p:attrNameLst>
                                          <p:attrName>ppt_x</p:attrName>
                                        </p:attrNameLst>
                                      </p:cBhvr>
                                      <p:tavLst>
                                        <p:tav tm="0">
                                          <p:val>
                                            <p:strVal val="#ppt_x-#ppt_w*1.125000"/>
                                          </p:val>
                                        </p:tav>
                                        <p:tav tm="100000">
                                          <p:val>
                                            <p:strVal val="#ppt_x"/>
                                          </p:val>
                                        </p:tav>
                                      </p:tavLst>
                                    </p:anim>
                                    <p:animEffect transition="in" filter="wipe(right)">
                                      <p:cBhvr>
                                        <p:cTn id="20" dur="500"/>
                                        <p:tgtEl>
                                          <p:spTgt spid="2"/>
                                        </p:tgtEl>
                                      </p:cBhvr>
                                    </p:animEffect>
                                  </p:childTnLst>
                                </p:cTn>
                              </p:par>
                              <p:par>
                                <p:cTn id="21" presetID="12" presetClass="entr" presetSubtype="8"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p:tgtEl>
                                          <p:spTgt spid="5"/>
                                        </p:tgtEl>
                                        <p:attrNameLst>
                                          <p:attrName>ppt_x</p:attrName>
                                        </p:attrNameLst>
                                      </p:cBhvr>
                                      <p:tavLst>
                                        <p:tav tm="0">
                                          <p:val>
                                            <p:strVal val="#ppt_x-#ppt_w*1.125000"/>
                                          </p:val>
                                        </p:tav>
                                        <p:tav tm="100000">
                                          <p:val>
                                            <p:strVal val="#ppt_x"/>
                                          </p:val>
                                        </p:tav>
                                      </p:tavLst>
                                    </p:anim>
                                    <p:animEffect transition="in" filter="wipe(righ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additive="base">
                                        <p:cTn id="29" dur="500"/>
                                        <p:tgtEl>
                                          <p:spTgt spid="33"/>
                                        </p:tgtEl>
                                        <p:attrNameLst>
                                          <p:attrName>ppt_x</p:attrName>
                                        </p:attrNameLst>
                                      </p:cBhvr>
                                      <p:tavLst>
                                        <p:tav tm="0">
                                          <p:val>
                                            <p:strVal val="#ppt_x-#ppt_w*1.125000"/>
                                          </p:val>
                                        </p:tav>
                                        <p:tav tm="100000">
                                          <p:val>
                                            <p:strVal val="#ppt_x"/>
                                          </p:val>
                                        </p:tav>
                                      </p:tavLst>
                                    </p:anim>
                                    <p:animEffect transition="in" filter="wipe(right)">
                                      <p:cBhvr>
                                        <p:cTn id="30" dur="500"/>
                                        <p:tgtEl>
                                          <p:spTgt spid="33"/>
                                        </p:tgtEl>
                                      </p:cBhvr>
                                    </p:animEffect>
                                  </p:childTnLst>
                                </p:cTn>
                              </p:par>
                              <p:par>
                                <p:cTn id="31" presetID="12" presetClass="entr" presetSubtype="8"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 calcmode="lin" valueType="num">
                                      <p:cBhvr additive="base">
                                        <p:cTn id="33" dur="500"/>
                                        <p:tgtEl>
                                          <p:spTgt spid="37"/>
                                        </p:tgtEl>
                                        <p:attrNameLst>
                                          <p:attrName>ppt_x</p:attrName>
                                        </p:attrNameLst>
                                      </p:cBhvr>
                                      <p:tavLst>
                                        <p:tav tm="0">
                                          <p:val>
                                            <p:strVal val="#ppt_x-#ppt_w*1.125000"/>
                                          </p:val>
                                        </p:tav>
                                        <p:tav tm="100000">
                                          <p:val>
                                            <p:strVal val="#ppt_x"/>
                                          </p:val>
                                        </p:tav>
                                      </p:tavLst>
                                    </p:anim>
                                    <p:animEffect transition="in" filter="wipe(right)">
                                      <p:cBhvr>
                                        <p:cTn id="34" dur="500"/>
                                        <p:tgtEl>
                                          <p:spTgt spid="37"/>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p:tgtEl>
                                          <p:spTgt spid="58"/>
                                        </p:tgtEl>
                                        <p:attrNameLst>
                                          <p:attrName>ppt_x</p:attrName>
                                        </p:attrNameLst>
                                      </p:cBhvr>
                                      <p:tavLst>
                                        <p:tav tm="0">
                                          <p:val>
                                            <p:strVal val="#ppt_x-#ppt_w*1.125000"/>
                                          </p:val>
                                        </p:tav>
                                        <p:tav tm="100000">
                                          <p:val>
                                            <p:strVal val="#ppt_x"/>
                                          </p:val>
                                        </p:tav>
                                      </p:tavLst>
                                    </p:anim>
                                    <p:animEffect transition="in" filter="wipe(right)">
                                      <p:cBhvr>
                                        <p:cTn id="38" dur="500"/>
                                        <p:tgtEl>
                                          <p:spTgt spid="58"/>
                                        </p:tgtEl>
                                      </p:cBhvr>
                                    </p:animEffect>
                                  </p:childTnLst>
                                </p:cTn>
                              </p:par>
                              <p:par>
                                <p:cTn id="39" presetID="12" presetClass="entr" presetSubtype="8"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p:tgtEl>
                                          <p:spTgt spid="3"/>
                                        </p:tgtEl>
                                        <p:attrNameLst>
                                          <p:attrName>ppt_x</p:attrName>
                                        </p:attrNameLst>
                                      </p:cBhvr>
                                      <p:tavLst>
                                        <p:tav tm="0">
                                          <p:val>
                                            <p:strVal val="#ppt_x-#ppt_w*1.125000"/>
                                          </p:val>
                                        </p:tav>
                                        <p:tav tm="100000">
                                          <p:val>
                                            <p:strVal val="#ppt_x"/>
                                          </p:val>
                                        </p:tav>
                                      </p:tavLst>
                                    </p:anim>
                                    <p:animEffect transition="in" filter="wipe(right)">
                                      <p:cBhvr>
                                        <p:cTn id="42" dur="500"/>
                                        <p:tgtEl>
                                          <p:spTgt spid="3"/>
                                        </p:tgtEl>
                                      </p:cBhvr>
                                    </p:animEffect>
                                  </p:childTnLst>
                                </p:cTn>
                              </p:par>
                              <p:par>
                                <p:cTn id="43" presetID="12" presetClass="entr" presetSubtype="8"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p:tgtEl>
                                          <p:spTgt spid="11"/>
                                        </p:tgtEl>
                                        <p:attrNameLst>
                                          <p:attrName>ppt_x</p:attrName>
                                        </p:attrNameLst>
                                      </p:cBhvr>
                                      <p:tavLst>
                                        <p:tav tm="0">
                                          <p:val>
                                            <p:strVal val="#ppt_x-#ppt_w*1.125000"/>
                                          </p:val>
                                        </p:tav>
                                        <p:tav tm="100000">
                                          <p:val>
                                            <p:strVal val="#ppt_x"/>
                                          </p:val>
                                        </p:tav>
                                      </p:tavLst>
                                    </p:anim>
                                    <p:animEffect transition="in" filter="wipe(right)">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p:tgtEl>
                                          <p:spTgt spid="34"/>
                                        </p:tgtEl>
                                        <p:attrNameLst>
                                          <p:attrName>ppt_x</p:attrName>
                                        </p:attrNameLst>
                                      </p:cBhvr>
                                      <p:tavLst>
                                        <p:tav tm="0">
                                          <p:val>
                                            <p:strVal val="#ppt_x-#ppt_w*1.125000"/>
                                          </p:val>
                                        </p:tav>
                                        <p:tav tm="100000">
                                          <p:val>
                                            <p:strVal val="#ppt_x"/>
                                          </p:val>
                                        </p:tav>
                                      </p:tavLst>
                                    </p:anim>
                                    <p:animEffect transition="in" filter="wipe(right)">
                                      <p:cBhvr>
                                        <p:cTn id="52" dur="500"/>
                                        <p:tgtEl>
                                          <p:spTgt spid="34"/>
                                        </p:tgtEl>
                                      </p:cBhvr>
                                    </p:animEffect>
                                  </p:childTnLst>
                                </p:cTn>
                              </p:par>
                              <p:par>
                                <p:cTn id="53" presetID="12" presetClass="entr" presetSubtype="8"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 calcmode="lin" valueType="num">
                                      <p:cBhvr additive="base">
                                        <p:cTn id="55" dur="500"/>
                                        <p:tgtEl>
                                          <p:spTgt spid="38"/>
                                        </p:tgtEl>
                                        <p:attrNameLst>
                                          <p:attrName>ppt_x</p:attrName>
                                        </p:attrNameLst>
                                      </p:cBhvr>
                                      <p:tavLst>
                                        <p:tav tm="0">
                                          <p:val>
                                            <p:strVal val="#ppt_x-#ppt_w*1.125000"/>
                                          </p:val>
                                        </p:tav>
                                        <p:tav tm="100000">
                                          <p:val>
                                            <p:strVal val="#ppt_x"/>
                                          </p:val>
                                        </p:tav>
                                      </p:tavLst>
                                    </p:anim>
                                    <p:animEffect transition="in" filter="wipe(right)">
                                      <p:cBhvr>
                                        <p:cTn id="56" dur="500"/>
                                        <p:tgtEl>
                                          <p:spTgt spid="38"/>
                                        </p:tgtEl>
                                      </p:cBhvr>
                                    </p:animEffect>
                                  </p:childTnLst>
                                </p:cTn>
                              </p:par>
                              <p:par>
                                <p:cTn id="57" presetID="12" presetClass="entr" presetSubtype="8"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anim calcmode="lin" valueType="num">
                                      <p:cBhvr additive="base">
                                        <p:cTn id="59" dur="500"/>
                                        <p:tgtEl>
                                          <p:spTgt spid="59"/>
                                        </p:tgtEl>
                                        <p:attrNameLst>
                                          <p:attrName>ppt_x</p:attrName>
                                        </p:attrNameLst>
                                      </p:cBhvr>
                                      <p:tavLst>
                                        <p:tav tm="0">
                                          <p:val>
                                            <p:strVal val="#ppt_x-#ppt_w*1.125000"/>
                                          </p:val>
                                        </p:tav>
                                        <p:tav tm="100000">
                                          <p:val>
                                            <p:strVal val="#ppt_x"/>
                                          </p:val>
                                        </p:tav>
                                      </p:tavLst>
                                    </p:anim>
                                    <p:animEffect transition="in" filter="wipe(right)">
                                      <p:cBhvr>
                                        <p:cTn id="60" dur="500"/>
                                        <p:tgtEl>
                                          <p:spTgt spid="59"/>
                                        </p:tgtEl>
                                      </p:cBhvr>
                                    </p:animEffect>
                                  </p:childTnLst>
                                </p:cTn>
                              </p:par>
                              <p:par>
                                <p:cTn id="61" presetID="12" presetClass="entr" presetSubtype="8" fill="hold" grpId="0" nodeType="with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500"/>
                                        <p:tgtEl>
                                          <p:spTgt spid="7"/>
                                        </p:tgtEl>
                                        <p:attrNameLst>
                                          <p:attrName>ppt_x</p:attrName>
                                        </p:attrNameLst>
                                      </p:cBhvr>
                                      <p:tavLst>
                                        <p:tav tm="0">
                                          <p:val>
                                            <p:strVal val="#ppt_x-#ppt_w*1.125000"/>
                                          </p:val>
                                        </p:tav>
                                        <p:tav tm="100000">
                                          <p:val>
                                            <p:strVal val="#ppt_x"/>
                                          </p:val>
                                        </p:tav>
                                      </p:tavLst>
                                    </p:anim>
                                    <p:animEffect transition="in" filter="wipe(right)">
                                      <p:cBhvr>
                                        <p:cTn id="64" dur="500"/>
                                        <p:tgtEl>
                                          <p:spTgt spid="7"/>
                                        </p:tgtEl>
                                      </p:cBhvr>
                                    </p:animEffect>
                                  </p:childTnLst>
                                </p:cTn>
                              </p:par>
                              <p:par>
                                <p:cTn id="65" presetID="12" presetClass="entr" presetSubtype="8"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p:tgtEl>
                                          <p:spTgt spid="14"/>
                                        </p:tgtEl>
                                        <p:attrNameLst>
                                          <p:attrName>ppt_x</p:attrName>
                                        </p:attrNameLst>
                                      </p:cBhvr>
                                      <p:tavLst>
                                        <p:tav tm="0">
                                          <p:val>
                                            <p:strVal val="#ppt_x-#ppt_w*1.125000"/>
                                          </p:val>
                                        </p:tav>
                                        <p:tav tm="100000">
                                          <p:val>
                                            <p:strVal val="#ppt_x"/>
                                          </p:val>
                                        </p:tav>
                                      </p:tavLst>
                                    </p:anim>
                                    <p:animEffect transition="in" filter="wipe(right)">
                                      <p:cBhvr>
                                        <p:cTn id="68" dur="500"/>
                                        <p:tgtEl>
                                          <p:spTgt spid="14"/>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8" fill="hold" grpId="0" nodeType="clickEffect">
                                  <p:stCondLst>
                                    <p:cond delay="0"/>
                                  </p:stCondLst>
                                  <p:childTnLst>
                                    <p:set>
                                      <p:cBhvr>
                                        <p:cTn id="72" dur="1" fill="hold">
                                          <p:stCondLst>
                                            <p:cond delay="0"/>
                                          </p:stCondLst>
                                        </p:cTn>
                                        <p:tgtEl>
                                          <p:spTgt spid="35"/>
                                        </p:tgtEl>
                                        <p:attrNameLst>
                                          <p:attrName>style.visibility</p:attrName>
                                        </p:attrNameLst>
                                      </p:cBhvr>
                                      <p:to>
                                        <p:strVal val="visible"/>
                                      </p:to>
                                    </p:set>
                                    <p:anim calcmode="lin" valueType="num">
                                      <p:cBhvr additive="base">
                                        <p:cTn id="73" dur="500"/>
                                        <p:tgtEl>
                                          <p:spTgt spid="35"/>
                                        </p:tgtEl>
                                        <p:attrNameLst>
                                          <p:attrName>ppt_x</p:attrName>
                                        </p:attrNameLst>
                                      </p:cBhvr>
                                      <p:tavLst>
                                        <p:tav tm="0">
                                          <p:val>
                                            <p:strVal val="#ppt_x-#ppt_w*1.125000"/>
                                          </p:val>
                                        </p:tav>
                                        <p:tav tm="100000">
                                          <p:val>
                                            <p:strVal val="#ppt_x"/>
                                          </p:val>
                                        </p:tav>
                                      </p:tavLst>
                                    </p:anim>
                                    <p:animEffect transition="in" filter="wipe(right)">
                                      <p:cBhvr>
                                        <p:cTn id="74" dur="500"/>
                                        <p:tgtEl>
                                          <p:spTgt spid="35"/>
                                        </p:tgtEl>
                                      </p:cBhvr>
                                    </p:animEffect>
                                  </p:childTnLst>
                                </p:cTn>
                              </p:par>
                              <p:par>
                                <p:cTn id="75" presetID="12" presetClass="entr" presetSubtype="8"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 calcmode="lin" valueType="num">
                                      <p:cBhvr additive="base">
                                        <p:cTn id="77" dur="500"/>
                                        <p:tgtEl>
                                          <p:spTgt spid="39"/>
                                        </p:tgtEl>
                                        <p:attrNameLst>
                                          <p:attrName>ppt_x</p:attrName>
                                        </p:attrNameLst>
                                      </p:cBhvr>
                                      <p:tavLst>
                                        <p:tav tm="0">
                                          <p:val>
                                            <p:strVal val="#ppt_x-#ppt_w*1.125000"/>
                                          </p:val>
                                        </p:tav>
                                        <p:tav tm="100000">
                                          <p:val>
                                            <p:strVal val="#ppt_x"/>
                                          </p:val>
                                        </p:tav>
                                      </p:tavLst>
                                    </p:anim>
                                    <p:animEffect transition="in" filter="wipe(right)">
                                      <p:cBhvr>
                                        <p:cTn id="78" dur="500"/>
                                        <p:tgtEl>
                                          <p:spTgt spid="39"/>
                                        </p:tgtEl>
                                      </p:cBhvr>
                                    </p:animEffect>
                                  </p:childTnLst>
                                </p:cTn>
                              </p:par>
                              <p:par>
                                <p:cTn id="79" presetID="12" presetClass="entr" presetSubtype="8" fill="hold" grpId="0" nodeType="withEffect">
                                  <p:stCondLst>
                                    <p:cond delay="0"/>
                                  </p:stCondLst>
                                  <p:childTnLst>
                                    <p:set>
                                      <p:cBhvr>
                                        <p:cTn id="80" dur="1" fill="hold">
                                          <p:stCondLst>
                                            <p:cond delay="0"/>
                                          </p:stCondLst>
                                        </p:cTn>
                                        <p:tgtEl>
                                          <p:spTgt spid="60"/>
                                        </p:tgtEl>
                                        <p:attrNameLst>
                                          <p:attrName>style.visibility</p:attrName>
                                        </p:attrNameLst>
                                      </p:cBhvr>
                                      <p:to>
                                        <p:strVal val="visible"/>
                                      </p:to>
                                    </p:set>
                                    <p:anim calcmode="lin" valueType="num">
                                      <p:cBhvr additive="base">
                                        <p:cTn id="81" dur="500"/>
                                        <p:tgtEl>
                                          <p:spTgt spid="60"/>
                                        </p:tgtEl>
                                        <p:attrNameLst>
                                          <p:attrName>ppt_x</p:attrName>
                                        </p:attrNameLst>
                                      </p:cBhvr>
                                      <p:tavLst>
                                        <p:tav tm="0">
                                          <p:val>
                                            <p:strVal val="#ppt_x-#ppt_w*1.125000"/>
                                          </p:val>
                                        </p:tav>
                                        <p:tav tm="100000">
                                          <p:val>
                                            <p:strVal val="#ppt_x"/>
                                          </p:val>
                                        </p:tav>
                                      </p:tavLst>
                                    </p:anim>
                                    <p:animEffect transition="in" filter="wipe(right)">
                                      <p:cBhvr>
                                        <p:cTn id="82" dur="500"/>
                                        <p:tgtEl>
                                          <p:spTgt spid="60"/>
                                        </p:tgtEl>
                                      </p:cBhvr>
                                    </p:animEffect>
                                  </p:childTnLst>
                                </p:cTn>
                              </p:par>
                              <p:par>
                                <p:cTn id="83" presetID="12" presetClass="entr" presetSubtype="8" fill="hold" grpId="0" nodeType="withEffect">
                                  <p:stCondLst>
                                    <p:cond delay="0"/>
                                  </p:stCondLst>
                                  <p:childTnLst>
                                    <p:set>
                                      <p:cBhvr>
                                        <p:cTn id="84" dur="1" fill="hold">
                                          <p:stCondLst>
                                            <p:cond delay="0"/>
                                          </p:stCondLst>
                                        </p:cTn>
                                        <p:tgtEl>
                                          <p:spTgt spid="8"/>
                                        </p:tgtEl>
                                        <p:attrNameLst>
                                          <p:attrName>style.visibility</p:attrName>
                                        </p:attrNameLst>
                                      </p:cBhvr>
                                      <p:to>
                                        <p:strVal val="visible"/>
                                      </p:to>
                                    </p:set>
                                    <p:anim calcmode="lin" valueType="num">
                                      <p:cBhvr additive="base">
                                        <p:cTn id="85" dur="500"/>
                                        <p:tgtEl>
                                          <p:spTgt spid="8"/>
                                        </p:tgtEl>
                                        <p:attrNameLst>
                                          <p:attrName>ppt_x</p:attrName>
                                        </p:attrNameLst>
                                      </p:cBhvr>
                                      <p:tavLst>
                                        <p:tav tm="0">
                                          <p:val>
                                            <p:strVal val="#ppt_x-#ppt_w*1.125000"/>
                                          </p:val>
                                        </p:tav>
                                        <p:tav tm="100000">
                                          <p:val>
                                            <p:strVal val="#ppt_x"/>
                                          </p:val>
                                        </p:tav>
                                      </p:tavLst>
                                    </p:anim>
                                    <p:animEffect transition="in" filter="wipe(right)">
                                      <p:cBhvr>
                                        <p:cTn id="86" dur="500"/>
                                        <p:tgtEl>
                                          <p:spTgt spid="8"/>
                                        </p:tgtEl>
                                      </p:cBhvr>
                                    </p:animEffect>
                                  </p:childTnLst>
                                </p:cTn>
                              </p:par>
                              <p:par>
                                <p:cTn id="87" presetID="12" presetClass="entr" presetSubtype="8" fill="hold" nodeType="withEffect">
                                  <p:stCondLst>
                                    <p:cond delay="0"/>
                                  </p:stCondLst>
                                  <p:childTnLst>
                                    <p:set>
                                      <p:cBhvr>
                                        <p:cTn id="88" dur="1" fill="hold">
                                          <p:stCondLst>
                                            <p:cond delay="0"/>
                                          </p:stCondLst>
                                        </p:cTn>
                                        <p:tgtEl>
                                          <p:spTgt spid="17"/>
                                        </p:tgtEl>
                                        <p:attrNameLst>
                                          <p:attrName>style.visibility</p:attrName>
                                        </p:attrNameLst>
                                      </p:cBhvr>
                                      <p:to>
                                        <p:strVal val="visible"/>
                                      </p:to>
                                    </p:set>
                                    <p:anim calcmode="lin" valueType="num">
                                      <p:cBhvr additive="base">
                                        <p:cTn id="89" dur="500"/>
                                        <p:tgtEl>
                                          <p:spTgt spid="17"/>
                                        </p:tgtEl>
                                        <p:attrNameLst>
                                          <p:attrName>ppt_x</p:attrName>
                                        </p:attrNameLst>
                                      </p:cBhvr>
                                      <p:tavLst>
                                        <p:tav tm="0">
                                          <p:val>
                                            <p:strVal val="#ppt_x-#ppt_w*1.125000"/>
                                          </p:val>
                                        </p:tav>
                                        <p:tav tm="100000">
                                          <p:val>
                                            <p:strVal val="#ppt_x"/>
                                          </p:val>
                                        </p:tav>
                                      </p:tavLst>
                                    </p:anim>
                                    <p:animEffect transition="in" filter="wipe(right)">
                                      <p:cBhvr>
                                        <p:cTn id="90" dur="500"/>
                                        <p:tgtEl>
                                          <p:spTgt spid="17"/>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6"/>
                                        </p:tgtEl>
                                        <p:attrNameLst>
                                          <p:attrName>style.visibility</p:attrName>
                                        </p:attrNameLst>
                                      </p:cBhvr>
                                      <p:to>
                                        <p:strVal val="visible"/>
                                      </p:to>
                                    </p:set>
                                    <p:animEffect transition="in" filter="dissolve">
                                      <p:cBhvr>
                                        <p:cTn id="9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p:bldP spid="37" grpId="0"/>
      <p:bldP spid="38" grpId="0"/>
      <p:bldP spid="39" grpId="0"/>
      <p:bldP spid="57" grpId="0"/>
      <p:bldP spid="58" grpId="0"/>
      <p:bldP spid="59" grpId="0"/>
      <p:bldP spid="60" grpId="0"/>
      <p:bldP spid="2" grpId="0"/>
      <p:bldP spid="3" grpId="0"/>
      <p:bldP spid="7" grpId="0"/>
      <p:bldP spid="8"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8A5FC-C527-D18D-33A3-0DF56A28F1B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66F7908-5A9F-0A86-586B-FCBF6BC9387F}"/>
              </a:ext>
            </a:extLst>
          </p:cNvPr>
          <p:cNvSpPr>
            <a:spLocks noGrp="1"/>
          </p:cNvSpPr>
          <p:nvPr>
            <p:ph type="ftr" sz="quarter" idx="11"/>
          </p:nvPr>
        </p:nvSpPr>
        <p:spPr/>
        <p:txBody>
          <a:bodyPr/>
          <a:lstStyle/>
          <a:p>
            <a:r>
              <a:rPr lang="en-US">
                <a:latin typeface="Aptos"/>
                <a:cs typeface="Arial"/>
              </a:rPr>
              <a:t>Current Solutions | Glenny </a:t>
            </a:r>
            <a:r>
              <a:rPr lang="en-US" err="1">
                <a:latin typeface="Aptos"/>
                <a:cs typeface="Arial"/>
              </a:rPr>
              <a:t>Veneesha</a:t>
            </a:r>
            <a:endParaRPr lang="en-US" err="1"/>
          </a:p>
        </p:txBody>
      </p:sp>
      <p:sp>
        <p:nvSpPr>
          <p:cNvPr id="3" name="TextBox 2">
            <a:extLst>
              <a:ext uri="{FF2B5EF4-FFF2-40B4-BE49-F238E27FC236}">
                <a16:creationId xmlns:a16="http://schemas.microsoft.com/office/drawing/2014/main" id="{E05C0392-CC47-9F87-4194-E760FEF96A11}"/>
              </a:ext>
            </a:extLst>
          </p:cNvPr>
          <p:cNvSpPr txBox="1"/>
          <p:nvPr/>
        </p:nvSpPr>
        <p:spPr>
          <a:xfrm>
            <a:off x="1495705" y="582519"/>
            <a:ext cx="9200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a:solidFill>
                  <a:schemeClr val="bg1"/>
                </a:solidFill>
                <a:highlight>
                  <a:srgbClr val="0000FF"/>
                </a:highlight>
              </a:rPr>
              <a:t>     To help with the current practices, there are some technologies that are being used     </a:t>
            </a:r>
          </a:p>
        </p:txBody>
      </p:sp>
      <p:sp>
        <p:nvSpPr>
          <p:cNvPr id="6" name="Rectangle: Rounded Corners 5">
            <a:extLst>
              <a:ext uri="{FF2B5EF4-FFF2-40B4-BE49-F238E27FC236}">
                <a16:creationId xmlns:a16="http://schemas.microsoft.com/office/drawing/2014/main" id="{8FE2E15E-DFB0-5979-C6D1-2644B3FBC2C6}"/>
              </a:ext>
            </a:extLst>
          </p:cNvPr>
          <p:cNvSpPr/>
          <p:nvPr/>
        </p:nvSpPr>
        <p:spPr>
          <a:xfrm>
            <a:off x="573409" y="1562168"/>
            <a:ext cx="4831582" cy="1512888"/>
          </a:xfrm>
          <a:prstGeom prst="roundRect">
            <a:avLst/>
          </a:prstGeom>
          <a:ln>
            <a:solidFill>
              <a:srgbClr val="0035CD"/>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grpSp>
        <p:nvGrpSpPr>
          <p:cNvPr id="63" name="Group 62">
            <a:extLst>
              <a:ext uri="{FF2B5EF4-FFF2-40B4-BE49-F238E27FC236}">
                <a16:creationId xmlns:a16="http://schemas.microsoft.com/office/drawing/2014/main" id="{A10947A4-C57E-2E61-9AF5-1AD20CF0809E}"/>
              </a:ext>
            </a:extLst>
          </p:cNvPr>
          <p:cNvGrpSpPr/>
          <p:nvPr/>
        </p:nvGrpSpPr>
        <p:grpSpPr>
          <a:xfrm>
            <a:off x="956731" y="1914424"/>
            <a:ext cx="822149" cy="762873"/>
            <a:chOff x="1069401" y="2394036"/>
            <a:chExt cx="822149" cy="762873"/>
          </a:xfrm>
        </p:grpSpPr>
        <p:sp>
          <p:nvSpPr>
            <p:cNvPr id="24" name="Oval 23">
              <a:extLst>
                <a:ext uri="{FF2B5EF4-FFF2-40B4-BE49-F238E27FC236}">
                  <a16:creationId xmlns:a16="http://schemas.microsoft.com/office/drawing/2014/main" id="{FE9AA6F9-892A-7D56-EFBE-C1C3B1BDA795}"/>
                </a:ext>
              </a:extLst>
            </p:cNvPr>
            <p:cNvSpPr/>
            <p:nvPr/>
          </p:nvSpPr>
          <p:spPr>
            <a:xfrm>
              <a:off x="1069401" y="2394036"/>
              <a:ext cx="807696" cy="762873"/>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955CFD3-5DB7-948A-5E8A-67FCB9C502B3}"/>
                </a:ext>
              </a:extLst>
            </p:cNvPr>
            <p:cNvSpPr txBox="1"/>
            <p:nvPr/>
          </p:nvSpPr>
          <p:spPr>
            <a:xfrm>
              <a:off x="1072792" y="2455114"/>
              <a:ext cx="818758"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chemeClr val="bg1"/>
                  </a:solidFill>
                </a:rPr>
                <a:t>01</a:t>
              </a:r>
            </a:p>
          </p:txBody>
        </p:sp>
      </p:grpSp>
      <p:sp>
        <p:nvSpPr>
          <p:cNvPr id="45" name="TextBox 44">
            <a:extLst>
              <a:ext uri="{FF2B5EF4-FFF2-40B4-BE49-F238E27FC236}">
                <a16:creationId xmlns:a16="http://schemas.microsoft.com/office/drawing/2014/main" id="{6FC2ED99-BD72-BD49-24A0-9F45551EDAB2}"/>
              </a:ext>
            </a:extLst>
          </p:cNvPr>
          <p:cNvSpPr txBox="1"/>
          <p:nvPr/>
        </p:nvSpPr>
        <p:spPr>
          <a:xfrm>
            <a:off x="2055505" y="2160168"/>
            <a:ext cx="283159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Starlink Services</a:t>
            </a:r>
            <a:endParaRPr lang="en-US" sz="2400"/>
          </a:p>
        </p:txBody>
      </p:sp>
      <p:sp>
        <p:nvSpPr>
          <p:cNvPr id="55" name="TextBox 54">
            <a:extLst>
              <a:ext uri="{FF2B5EF4-FFF2-40B4-BE49-F238E27FC236}">
                <a16:creationId xmlns:a16="http://schemas.microsoft.com/office/drawing/2014/main" id="{7170A643-BDF7-4A00-E992-5E7B34AB6AE9}"/>
              </a:ext>
            </a:extLst>
          </p:cNvPr>
          <p:cNvSpPr txBox="1"/>
          <p:nvPr/>
        </p:nvSpPr>
        <p:spPr>
          <a:xfrm>
            <a:off x="2055505" y="2019606"/>
            <a:ext cx="229492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475569"/>
                </a:solidFill>
                <a:highlight>
                  <a:srgbClr val="FFFFFF"/>
                </a:highlight>
                <a:ea typeface="+mn-lt"/>
                <a:cs typeface="+mn-lt"/>
              </a:rPr>
              <a:t>Provides reliable internet connection</a:t>
            </a:r>
            <a:endParaRPr lang="en-US" sz="1000">
              <a:solidFill>
                <a:srgbClr val="475569"/>
              </a:solidFill>
              <a:highlight>
                <a:srgbClr val="FFFFFF"/>
              </a:highlight>
            </a:endParaRPr>
          </a:p>
        </p:txBody>
      </p:sp>
      <p:sp>
        <p:nvSpPr>
          <p:cNvPr id="64" name="Rectangle: Rounded Corners 63">
            <a:extLst>
              <a:ext uri="{FF2B5EF4-FFF2-40B4-BE49-F238E27FC236}">
                <a16:creationId xmlns:a16="http://schemas.microsoft.com/office/drawing/2014/main" id="{C84AEDD3-0EA0-E73F-4C4B-FE8D29798B1D}"/>
              </a:ext>
            </a:extLst>
          </p:cNvPr>
          <p:cNvSpPr/>
          <p:nvPr/>
        </p:nvSpPr>
        <p:spPr>
          <a:xfrm>
            <a:off x="6826291" y="1562168"/>
            <a:ext cx="4831582" cy="1512888"/>
          </a:xfrm>
          <a:prstGeom prst="roundRect">
            <a:avLst/>
          </a:prstGeom>
          <a:ln>
            <a:solidFill>
              <a:srgbClr val="0035CD"/>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637120E9-7950-719B-6198-36536B996958}"/>
              </a:ext>
            </a:extLst>
          </p:cNvPr>
          <p:cNvSpPr/>
          <p:nvPr/>
        </p:nvSpPr>
        <p:spPr>
          <a:xfrm>
            <a:off x="573408" y="3680079"/>
            <a:ext cx="4831582" cy="1512888"/>
          </a:xfrm>
          <a:prstGeom prst="roundRect">
            <a:avLst/>
          </a:prstGeom>
          <a:ln>
            <a:solidFill>
              <a:srgbClr val="0035CD"/>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B22CC35F-A5CD-9D62-4074-682483760633}"/>
              </a:ext>
            </a:extLst>
          </p:cNvPr>
          <p:cNvSpPr/>
          <p:nvPr/>
        </p:nvSpPr>
        <p:spPr>
          <a:xfrm>
            <a:off x="6826290" y="3680079"/>
            <a:ext cx="4831582" cy="1512888"/>
          </a:xfrm>
          <a:prstGeom prst="roundRect">
            <a:avLst/>
          </a:prstGeom>
          <a:ln>
            <a:solidFill>
              <a:srgbClr val="0035CD"/>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DFFB3575-4A0D-BA02-E01C-37B46F4B558E}"/>
              </a:ext>
            </a:extLst>
          </p:cNvPr>
          <p:cNvCxnSpPr/>
          <p:nvPr/>
        </p:nvCxnSpPr>
        <p:spPr>
          <a:xfrm>
            <a:off x="6122040" y="1406733"/>
            <a:ext cx="32099" cy="4044533"/>
          </a:xfrm>
          <a:prstGeom prst="straightConnector1">
            <a:avLst/>
          </a:prstGeom>
          <a:ln>
            <a:solidFill>
              <a:srgbClr val="0035CD"/>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280102A3-F603-68C7-49F3-98F0102836C0}"/>
              </a:ext>
            </a:extLst>
          </p:cNvPr>
          <p:cNvSpPr txBox="1"/>
          <p:nvPr/>
        </p:nvSpPr>
        <p:spPr>
          <a:xfrm>
            <a:off x="2066525" y="4139477"/>
            <a:ext cx="2557274" cy="7205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t>iTracker</a:t>
            </a:r>
            <a:r>
              <a:rPr lang="en-US" sz="2000" b="1"/>
              <a:t>, Fulcrum</a:t>
            </a:r>
            <a:endParaRPr lang="en-US" sz="2000"/>
          </a:p>
          <a:p>
            <a:r>
              <a:rPr lang="en-US" sz="2000" b="1"/>
              <a:t>and Drones</a:t>
            </a:r>
            <a:endParaRPr lang="en-US" sz="2000"/>
          </a:p>
        </p:txBody>
      </p:sp>
      <p:sp>
        <p:nvSpPr>
          <p:cNvPr id="5" name="TextBox 4">
            <a:extLst>
              <a:ext uri="{FF2B5EF4-FFF2-40B4-BE49-F238E27FC236}">
                <a16:creationId xmlns:a16="http://schemas.microsoft.com/office/drawing/2014/main" id="{D15643B4-09B3-2124-B345-53BB4689E1AF}"/>
              </a:ext>
            </a:extLst>
          </p:cNvPr>
          <p:cNvSpPr txBox="1"/>
          <p:nvPr/>
        </p:nvSpPr>
        <p:spPr>
          <a:xfrm>
            <a:off x="2066525" y="4008819"/>
            <a:ext cx="22873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475569"/>
                </a:solidFill>
                <a:highlight>
                  <a:srgbClr val="FFFFFF"/>
                </a:highlight>
                <a:ea typeface="+mn-lt"/>
                <a:cs typeface="+mn-lt"/>
              </a:rPr>
              <a:t>Locate and track infested area</a:t>
            </a:r>
            <a:endParaRPr lang="en-US"/>
          </a:p>
        </p:txBody>
      </p:sp>
      <p:sp>
        <p:nvSpPr>
          <p:cNvPr id="8" name="TextBox 7">
            <a:extLst>
              <a:ext uri="{FF2B5EF4-FFF2-40B4-BE49-F238E27FC236}">
                <a16:creationId xmlns:a16="http://schemas.microsoft.com/office/drawing/2014/main" id="{635920CC-19CB-1D02-ED1A-BF1BCC17FCE8}"/>
              </a:ext>
            </a:extLst>
          </p:cNvPr>
          <p:cNvSpPr txBox="1"/>
          <p:nvPr/>
        </p:nvSpPr>
        <p:spPr>
          <a:xfrm>
            <a:off x="8341262" y="2252195"/>
            <a:ext cx="306781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Vehicles with VHF Radio</a:t>
            </a:r>
            <a:endParaRPr lang="en-US" sz="2000"/>
          </a:p>
        </p:txBody>
      </p:sp>
      <p:sp>
        <p:nvSpPr>
          <p:cNvPr id="10" name="TextBox 9">
            <a:extLst>
              <a:ext uri="{FF2B5EF4-FFF2-40B4-BE49-F238E27FC236}">
                <a16:creationId xmlns:a16="http://schemas.microsoft.com/office/drawing/2014/main" id="{116A5185-0945-C644-1565-AE0AE048A05E}"/>
              </a:ext>
            </a:extLst>
          </p:cNvPr>
          <p:cNvSpPr txBox="1"/>
          <p:nvPr/>
        </p:nvSpPr>
        <p:spPr>
          <a:xfrm>
            <a:off x="8341262" y="1923903"/>
            <a:ext cx="271148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475569"/>
                </a:solidFill>
                <a:highlight>
                  <a:srgbClr val="FFFFFF"/>
                </a:highlight>
              </a:rPr>
              <a:t>Allows real time communication</a:t>
            </a:r>
            <a:endParaRPr lang="en-US"/>
          </a:p>
          <a:p>
            <a:r>
              <a:rPr lang="en-US" sz="1000">
                <a:solidFill>
                  <a:srgbClr val="475569"/>
                </a:solidFill>
                <a:highlight>
                  <a:srgbClr val="FFFFFF"/>
                </a:highlight>
              </a:rPr>
              <a:t>between Rangers even when travelling</a:t>
            </a:r>
            <a:endParaRPr lang="en-US"/>
          </a:p>
        </p:txBody>
      </p:sp>
      <p:sp>
        <p:nvSpPr>
          <p:cNvPr id="11" name="TextBox 10">
            <a:extLst>
              <a:ext uri="{FF2B5EF4-FFF2-40B4-BE49-F238E27FC236}">
                <a16:creationId xmlns:a16="http://schemas.microsoft.com/office/drawing/2014/main" id="{5B80B244-466B-DAD1-CC5A-B98F9DA90BE5}"/>
              </a:ext>
            </a:extLst>
          </p:cNvPr>
          <p:cNvSpPr txBox="1"/>
          <p:nvPr/>
        </p:nvSpPr>
        <p:spPr>
          <a:xfrm>
            <a:off x="8320942" y="4192608"/>
            <a:ext cx="30881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Satellite and Radio-based Communication</a:t>
            </a:r>
            <a:endParaRPr lang="en-US" sz="2000"/>
          </a:p>
        </p:txBody>
      </p:sp>
      <p:sp>
        <p:nvSpPr>
          <p:cNvPr id="13" name="TextBox 12">
            <a:extLst>
              <a:ext uri="{FF2B5EF4-FFF2-40B4-BE49-F238E27FC236}">
                <a16:creationId xmlns:a16="http://schemas.microsoft.com/office/drawing/2014/main" id="{4AF63D23-811D-8980-D726-47CF842B76BE}"/>
              </a:ext>
            </a:extLst>
          </p:cNvPr>
          <p:cNvSpPr txBox="1"/>
          <p:nvPr/>
        </p:nvSpPr>
        <p:spPr>
          <a:xfrm>
            <a:off x="8324756" y="4049250"/>
            <a:ext cx="271148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475569"/>
                </a:solidFill>
                <a:highlight>
                  <a:srgbClr val="FFFFFF"/>
                </a:highlight>
              </a:rPr>
              <a:t>Ensure connectivity between Rangers' camp</a:t>
            </a:r>
            <a:endParaRPr lang="en-US"/>
          </a:p>
        </p:txBody>
      </p:sp>
      <p:grpSp>
        <p:nvGrpSpPr>
          <p:cNvPr id="14" name="Group 13">
            <a:extLst>
              <a:ext uri="{FF2B5EF4-FFF2-40B4-BE49-F238E27FC236}">
                <a16:creationId xmlns:a16="http://schemas.microsoft.com/office/drawing/2014/main" id="{17A85E48-3181-7850-BB46-FD5676E99DFC}"/>
              </a:ext>
            </a:extLst>
          </p:cNvPr>
          <p:cNvGrpSpPr/>
          <p:nvPr/>
        </p:nvGrpSpPr>
        <p:grpSpPr>
          <a:xfrm>
            <a:off x="945145" y="4055086"/>
            <a:ext cx="819282" cy="762873"/>
            <a:chOff x="1057815" y="2394036"/>
            <a:chExt cx="819282" cy="762873"/>
          </a:xfrm>
        </p:grpSpPr>
        <p:sp>
          <p:nvSpPr>
            <p:cNvPr id="15" name="Oval 14">
              <a:extLst>
                <a:ext uri="{FF2B5EF4-FFF2-40B4-BE49-F238E27FC236}">
                  <a16:creationId xmlns:a16="http://schemas.microsoft.com/office/drawing/2014/main" id="{01862FE6-083E-71F2-D088-7153EAE96840}"/>
                </a:ext>
              </a:extLst>
            </p:cNvPr>
            <p:cNvSpPr/>
            <p:nvPr/>
          </p:nvSpPr>
          <p:spPr>
            <a:xfrm>
              <a:off x="1069401" y="2394036"/>
              <a:ext cx="807696" cy="762873"/>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16AD0E6-FCA2-19C8-4248-70CBDC0DF680}"/>
                </a:ext>
              </a:extLst>
            </p:cNvPr>
            <p:cNvSpPr txBox="1"/>
            <p:nvPr/>
          </p:nvSpPr>
          <p:spPr>
            <a:xfrm>
              <a:off x="1057815" y="2458800"/>
              <a:ext cx="818758"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chemeClr val="bg1"/>
                  </a:solidFill>
                </a:rPr>
                <a:t>02</a:t>
              </a:r>
            </a:p>
          </p:txBody>
        </p:sp>
      </p:grpSp>
      <p:grpSp>
        <p:nvGrpSpPr>
          <p:cNvPr id="17" name="Group 16">
            <a:extLst>
              <a:ext uri="{FF2B5EF4-FFF2-40B4-BE49-F238E27FC236}">
                <a16:creationId xmlns:a16="http://schemas.microsoft.com/office/drawing/2014/main" id="{E9E70A9B-77E6-559A-0E1A-4C4A34369C65}"/>
              </a:ext>
            </a:extLst>
          </p:cNvPr>
          <p:cNvGrpSpPr/>
          <p:nvPr/>
        </p:nvGrpSpPr>
        <p:grpSpPr>
          <a:xfrm>
            <a:off x="7254436" y="1914424"/>
            <a:ext cx="819282" cy="762873"/>
            <a:chOff x="1057815" y="2394036"/>
            <a:chExt cx="819282" cy="762873"/>
          </a:xfrm>
        </p:grpSpPr>
        <p:sp>
          <p:nvSpPr>
            <p:cNvPr id="18" name="Oval 17">
              <a:extLst>
                <a:ext uri="{FF2B5EF4-FFF2-40B4-BE49-F238E27FC236}">
                  <a16:creationId xmlns:a16="http://schemas.microsoft.com/office/drawing/2014/main" id="{8C8CA010-60A2-82E8-B6AF-A8F275E75CA0}"/>
                </a:ext>
              </a:extLst>
            </p:cNvPr>
            <p:cNvSpPr/>
            <p:nvPr/>
          </p:nvSpPr>
          <p:spPr>
            <a:xfrm>
              <a:off x="1069401" y="2394036"/>
              <a:ext cx="807696" cy="762873"/>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477FD9D-3392-F2D9-1BFA-B3908FBE68DB}"/>
                </a:ext>
              </a:extLst>
            </p:cNvPr>
            <p:cNvSpPr txBox="1"/>
            <p:nvPr/>
          </p:nvSpPr>
          <p:spPr>
            <a:xfrm>
              <a:off x="1057815" y="2458800"/>
              <a:ext cx="818758"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chemeClr val="bg1"/>
                  </a:solidFill>
                </a:rPr>
                <a:t>03</a:t>
              </a:r>
            </a:p>
          </p:txBody>
        </p:sp>
      </p:grpSp>
      <p:grpSp>
        <p:nvGrpSpPr>
          <p:cNvPr id="20" name="Group 19">
            <a:extLst>
              <a:ext uri="{FF2B5EF4-FFF2-40B4-BE49-F238E27FC236}">
                <a16:creationId xmlns:a16="http://schemas.microsoft.com/office/drawing/2014/main" id="{035CC24D-CBBE-7578-1777-231C6E18DEBB}"/>
              </a:ext>
            </a:extLst>
          </p:cNvPr>
          <p:cNvGrpSpPr/>
          <p:nvPr/>
        </p:nvGrpSpPr>
        <p:grpSpPr>
          <a:xfrm>
            <a:off x="7253912" y="4078546"/>
            <a:ext cx="819282" cy="762873"/>
            <a:chOff x="1057815" y="2394036"/>
            <a:chExt cx="819282" cy="762873"/>
          </a:xfrm>
        </p:grpSpPr>
        <p:sp>
          <p:nvSpPr>
            <p:cNvPr id="21" name="Oval 20">
              <a:extLst>
                <a:ext uri="{FF2B5EF4-FFF2-40B4-BE49-F238E27FC236}">
                  <a16:creationId xmlns:a16="http://schemas.microsoft.com/office/drawing/2014/main" id="{CA8C88DF-B2D0-0E69-6374-4A0409C89E2F}"/>
                </a:ext>
              </a:extLst>
            </p:cNvPr>
            <p:cNvSpPr/>
            <p:nvPr/>
          </p:nvSpPr>
          <p:spPr>
            <a:xfrm>
              <a:off x="1069401" y="2394036"/>
              <a:ext cx="807696" cy="762873"/>
            </a:xfrm>
            <a:prstGeom prst="ellipse">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0810D8E-C8C7-105D-DD12-9A318DE2539D}"/>
                </a:ext>
              </a:extLst>
            </p:cNvPr>
            <p:cNvSpPr txBox="1"/>
            <p:nvPr/>
          </p:nvSpPr>
          <p:spPr>
            <a:xfrm>
              <a:off x="1057815" y="2458800"/>
              <a:ext cx="818758"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chemeClr val="bg1"/>
                  </a:solidFill>
                </a:rPr>
                <a:t>04</a:t>
              </a:r>
            </a:p>
          </p:txBody>
        </p:sp>
      </p:grpSp>
      <p:sp>
        <p:nvSpPr>
          <p:cNvPr id="7" name="TextBox 6">
            <a:extLst>
              <a:ext uri="{FF2B5EF4-FFF2-40B4-BE49-F238E27FC236}">
                <a16:creationId xmlns:a16="http://schemas.microsoft.com/office/drawing/2014/main" id="{8715BD3D-DFDD-2BA5-7DA9-520F6DD5FC96}"/>
              </a:ext>
            </a:extLst>
          </p:cNvPr>
          <p:cNvSpPr txBox="1"/>
          <p:nvPr/>
        </p:nvSpPr>
        <p:spPr>
          <a:xfrm>
            <a:off x="335502" y="6110128"/>
            <a:ext cx="148444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ID" sz="1000">
                <a:solidFill>
                  <a:schemeClr val="bg1">
                    <a:lumMod val="50000"/>
                  </a:schemeClr>
                </a:solidFill>
              </a:rPr>
              <a:t>(EWB, 2026)</a:t>
            </a:r>
            <a:endParaRPr lang="en-US" sz="1000">
              <a:solidFill>
                <a:schemeClr val="bg1">
                  <a:lumMod val="50000"/>
                </a:schemeClr>
              </a:solidFill>
            </a:endParaRPr>
          </a:p>
        </p:txBody>
      </p:sp>
    </p:spTree>
    <p:extLst>
      <p:ext uri="{BB962C8B-B14F-4D97-AF65-F5344CB8AC3E}">
        <p14:creationId xmlns:p14="http://schemas.microsoft.com/office/powerpoint/2010/main" val="1393578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4BEA"/>
        </a:solidFill>
        <a:effectLst/>
      </p:bgPr>
    </p:bg>
    <p:spTree>
      <p:nvGrpSpPr>
        <p:cNvPr id="1" name="">
          <a:extLst>
            <a:ext uri="{FF2B5EF4-FFF2-40B4-BE49-F238E27FC236}">
              <a16:creationId xmlns:a16="http://schemas.microsoft.com/office/drawing/2014/main" id="{463B3F61-B52F-0852-AA62-B673BFFDD720}"/>
            </a:ext>
          </a:extLst>
        </p:cNvPr>
        <p:cNvGrpSpPr/>
        <p:nvPr/>
      </p:nvGrpSpPr>
      <p:grpSpPr>
        <a:xfrm>
          <a:off x="0" y="0"/>
          <a:ext cx="0" cy="0"/>
          <a:chOff x="0" y="0"/>
          <a:chExt cx="0" cy="0"/>
        </a:xfrm>
      </p:grpSpPr>
      <p:pic>
        <p:nvPicPr>
          <p:cNvPr id="46" name="Google Shape;75;p13">
            <a:extLst>
              <a:ext uri="{FF2B5EF4-FFF2-40B4-BE49-F238E27FC236}">
                <a16:creationId xmlns:a16="http://schemas.microsoft.com/office/drawing/2014/main" id="{2A68F7D9-ED27-8D26-0D64-04864400D739}"/>
              </a:ext>
            </a:extLst>
          </p:cNvPr>
          <p:cNvPicPr preferRelativeResize="0"/>
          <p:nvPr/>
        </p:nvPicPr>
        <p:blipFill rotWithShape="1">
          <a:blip r:embed="rId3">
            <a:alphaModFix/>
          </a:blip>
          <a:srcRect/>
          <a:stretch/>
        </p:blipFill>
        <p:spPr>
          <a:xfrm>
            <a:off x="3016859" y="4588316"/>
            <a:ext cx="1407458" cy="2269684"/>
          </a:xfrm>
          <a:prstGeom prst="rect">
            <a:avLst/>
          </a:prstGeom>
          <a:noFill/>
          <a:ln>
            <a:noFill/>
          </a:ln>
        </p:spPr>
      </p:pic>
      <p:pic>
        <p:nvPicPr>
          <p:cNvPr id="45" name="Google Shape;74;p13">
            <a:extLst>
              <a:ext uri="{FF2B5EF4-FFF2-40B4-BE49-F238E27FC236}">
                <a16:creationId xmlns:a16="http://schemas.microsoft.com/office/drawing/2014/main" id="{A5AFB5F6-4D68-C3D7-4DED-F47831BD00AD}"/>
              </a:ext>
            </a:extLst>
          </p:cNvPr>
          <p:cNvPicPr preferRelativeResize="0"/>
          <p:nvPr/>
        </p:nvPicPr>
        <p:blipFill rotWithShape="1">
          <a:blip r:embed="rId4">
            <a:alphaModFix/>
          </a:blip>
          <a:srcRect/>
          <a:stretch/>
        </p:blipFill>
        <p:spPr>
          <a:xfrm>
            <a:off x="1081878" y="2100"/>
            <a:ext cx="779006" cy="2510902"/>
          </a:xfrm>
          <a:prstGeom prst="rect">
            <a:avLst/>
          </a:prstGeom>
          <a:noFill/>
          <a:ln>
            <a:noFill/>
          </a:ln>
        </p:spPr>
      </p:pic>
      <p:sp>
        <p:nvSpPr>
          <p:cNvPr id="3" name="Rectangle 22">
            <a:extLst>
              <a:ext uri="{FF2B5EF4-FFF2-40B4-BE49-F238E27FC236}">
                <a16:creationId xmlns:a16="http://schemas.microsoft.com/office/drawing/2014/main" id="{C1175A57-A361-BC32-6BF8-7F5C347359A2}"/>
              </a:ext>
            </a:extLst>
          </p:cNvPr>
          <p:cNvSpPr/>
          <p:nvPr/>
        </p:nvSpPr>
        <p:spPr>
          <a:xfrm>
            <a:off x="506891" y="1286229"/>
            <a:ext cx="4542115" cy="4474327"/>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 name="connsiteX0" fmla="*/ 0 w 10000"/>
              <a:gd name="connsiteY0" fmla="*/ 7027 h 12027"/>
              <a:gd name="connsiteX1" fmla="*/ 4371 w 10000"/>
              <a:gd name="connsiteY1" fmla="*/ 0 h 12027"/>
              <a:gd name="connsiteX2" fmla="*/ 8000 w 10000"/>
              <a:gd name="connsiteY2" fmla="*/ 2027 h 12027"/>
              <a:gd name="connsiteX3" fmla="*/ 10000 w 10000"/>
              <a:gd name="connsiteY3" fmla="*/ 7027 h 12027"/>
              <a:gd name="connsiteX4" fmla="*/ 8000 w 10000"/>
              <a:gd name="connsiteY4" fmla="*/ 12027 h 12027"/>
              <a:gd name="connsiteX5" fmla="*/ 2000 w 10000"/>
              <a:gd name="connsiteY5" fmla="*/ 12027 h 12027"/>
              <a:gd name="connsiteX6" fmla="*/ 0 w 10000"/>
              <a:gd name="connsiteY6" fmla="*/ 7027 h 12027"/>
              <a:gd name="connsiteX0" fmla="*/ 0 w 10552"/>
              <a:gd name="connsiteY0" fmla="*/ 5254 h 12027"/>
              <a:gd name="connsiteX1" fmla="*/ 4923 w 10552"/>
              <a:gd name="connsiteY1" fmla="*/ 0 h 12027"/>
              <a:gd name="connsiteX2" fmla="*/ 8552 w 10552"/>
              <a:gd name="connsiteY2" fmla="*/ 2027 h 12027"/>
              <a:gd name="connsiteX3" fmla="*/ 10552 w 10552"/>
              <a:gd name="connsiteY3" fmla="*/ 7027 h 12027"/>
              <a:gd name="connsiteX4" fmla="*/ 8552 w 10552"/>
              <a:gd name="connsiteY4" fmla="*/ 12027 h 12027"/>
              <a:gd name="connsiteX5" fmla="*/ 2552 w 10552"/>
              <a:gd name="connsiteY5" fmla="*/ 12027 h 12027"/>
              <a:gd name="connsiteX6" fmla="*/ 0 w 10552"/>
              <a:gd name="connsiteY6" fmla="*/ 5254 h 12027"/>
              <a:gd name="connsiteX0" fmla="*/ 0 w 10552"/>
              <a:gd name="connsiteY0" fmla="*/ 5254 h 13040"/>
              <a:gd name="connsiteX1" fmla="*/ 4923 w 10552"/>
              <a:gd name="connsiteY1" fmla="*/ 0 h 13040"/>
              <a:gd name="connsiteX2" fmla="*/ 8552 w 10552"/>
              <a:gd name="connsiteY2" fmla="*/ 2027 h 13040"/>
              <a:gd name="connsiteX3" fmla="*/ 10552 w 10552"/>
              <a:gd name="connsiteY3" fmla="*/ 7027 h 13040"/>
              <a:gd name="connsiteX4" fmla="*/ 8552 w 10552"/>
              <a:gd name="connsiteY4" fmla="*/ 12027 h 13040"/>
              <a:gd name="connsiteX5" fmla="*/ 2682 w 10552"/>
              <a:gd name="connsiteY5" fmla="*/ 13040 h 13040"/>
              <a:gd name="connsiteX6" fmla="*/ 0 w 10552"/>
              <a:gd name="connsiteY6" fmla="*/ 5254 h 13040"/>
              <a:gd name="connsiteX0" fmla="*/ 0 w 10552"/>
              <a:gd name="connsiteY0" fmla="*/ 5254 h 14864"/>
              <a:gd name="connsiteX1" fmla="*/ 4923 w 10552"/>
              <a:gd name="connsiteY1" fmla="*/ 0 h 14864"/>
              <a:gd name="connsiteX2" fmla="*/ 8552 w 10552"/>
              <a:gd name="connsiteY2" fmla="*/ 2027 h 14864"/>
              <a:gd name="connsiteX3" fmla="*/ 10552 w 10552"/>
              <a:gd name="connsiteY3" fmla="*/ 7027 h 14864"/>
              <a:gd name="connsiteX4" fmla="*/ 5012 w 10552"/>
              <a:gd name="connsiteY4" fmla="*/ 14864 h 14864"/>
              <a:gd name="connsiteX5" fmla="*/ 2682 w 10552"/>
              <a:gd name="connsiteY5" fmla="*/ 13040 h 14864"/>
              <a:gd name="connsiteX6" fmla="*/ 0 w 10552"/>
              <a:gd name="connsiteY6" fmla="*/ 5254 h 14864"/>
              <a:gd name="connsiteX0" fmla="*/ 0 w 9870"/>
              <a:gd name="connsiteY0" fmla="*/ 5254 h 14864"/>
              <a:gd name="connsiteX1" fmla="*/ 4923 w 9870"/>
              <a:gd name="connsiteY1" fmla="*/ 0 h 14864"/>
              <a:gd name="connsiteX2" fmla="*/ 8552 w 9870"/>
              <a:gd name="connsiteY2" fmla="*/ 2027 h 14864"/>
              <a:gd name="connsiteX3" fmla="*/ 9870 w 9870"/>
              <a:gd name="connsiteY3" fmla="*/ 10016 h 14864"/>
              <a:gd name="connsiteX4" fmla="*/ 5012 w 9870"/>
              <a:gd name="connsiteY4" fmla="*/ 14864 h 14864"/>
              <a:gd name="connsiteX5" fmla="*/ 2682 w 9870"/>
              <a:gd name="connsiteY5" fmla="*/ 13040 h 14864"/>
              <a:gd name="connsiteX6" fmla="*/ 0 w 9870"/>
              <a:gd name="connsiteY6" fmla="*/ 5254 h 14864"/>
              <a:gd name="connsiteX0" fmla="*/ 0 w 10000"/>
              <a:gd name="connsiteY0" fmla="*/ 3535 h 10000"/>
              <a:gd name="connsiteX1" fmla="*/ 4988 w 10000"/>
              <a:gd name="connsiteY1" fmla="*/ 0 h 10000"/>
              <a:gd name="connsiteX2" fmla="*/ 8204 w 10000"/>
              <a:gd name="connsiteY2" fmla="*/ 1807 h 10000"/>
              <a:gd name="connsiteX3" fmla="*/ 10000 w 10000"/>
              <a:gd name="connsiteY3" fmla="*/ 6738 h 10000"/>
              <a:gd name="connsiteX4" fmla="*/ 5078 w 10000"/>
              <a:gd name="connsiteY4" fmla="*/ 10000 h 10000"/>
              <a:gd name="connsiteX5" fmla="*/ 2717 w 10000"/>
              <a:gd name="connsiteY5" fmla="*/ 8773 h 10000"/>
              <a:gd name="connsiteX6" fmla="*/ 0 w 10000"/>
              <a:gd name="connsiteY6" fmla="*/ 3535 h 10000"/>
              <a:gd name="connsiteX0" fmla="*/ 0 w 10000"/>
              <a:gd name="connsiteY0" fmla="*/ 3535 h 10205"/>
              <a:gd name="connsiteX1" fmla="*/ 4988 w 10000"/>
              <a:gd name="connsiteY1" fmla="*/ 0 h 10205"/>
              <a:gd name="connsiteX2" fmla="*/ 8204 w 10000"/>
              <a:gd name="connsiteY2" fmla="*/ 1807 h 10205"/>
              <a:gd name="connsiteX3" fmla="*/ 10000 w 10000"/>
              <a:gd name="connsiteY3" fmla="*/ 6738 h 10205"/>
              <a:gd name="connsiteX4" fmla="*/ 5111 w 10000"/>
              <a:gd name="connsiteY4" fmla="*/ 10205 h 10205"/>
              <a:gd name="connsiteX5" fmla="*/ 2717 w 10000"/>
              <a:gd name="connsiteY5" fmla="*/ 8773 h 10205"/>
              <a:gd name="connsiteX6" fmla="*/ 0 w 10000"/>
              <a:gd name="connsiteY6" fmla="*/ 3535 h 1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205">
                <a:moveTo>
                  <a:pt x="0" y="3535"/>
                </a:moveTo>
                <a:lnTo>
                  <a:pt x="4988" y="0"/>
                </a:lnTo>
                <a:lnTo>
                  <a:pt x="8204" y="1807"/>
                </a:lnTo>
                <a:lnTo>
                  <a:pt x="10000" y="6738"/>
                </a:lnTo>
                <a:lnTo>
                  <a:pt x="5111" y="10205"/>
                </a:lnTo>
                <a:lnTo>
                  <a:pt x="2717" y="8773"/>
                </a:lnTo>
                <a:lnTo>
                  <a:pt x="0" y="3535"/>
                </a:lnTo>
                <a:close/>
              </a:path>
            </a:pathLst>
          </a:custGeom>
          <a:blipFill>
            <a:blip r:embed="rId5"/>
            <a:stretch>
              <a:fillRect l="-30248" t="-6348" r="-33739" b="-212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99D89E1B-1143-A683-D388-79347941C406}"/>
              </a:ext>
            </a:extLst>
          </p:cNvPr>
          <p:cNvGrpSpPr/>
          <p:nvPr/>
        </p:nvGrpSpPr>
        <p:grpSpPr>
          <a:xfrm>
            <a:off x="3932237" y="2513002"/>
            <a:ext cx="1501739" cy="1397763"/>
            <a:chOff x="470037" y="1625058"/>
            <a:chExt cx="833671" cy="775950"/>
          </a:xfrm>
        </p:grpSpPr>
        <p:sp>
          <p:nvSpPr>
            <p:cNvPr id="20" name="Google Shape;1119;p48">
              <a:extLst>
                <a:ext uri="{FF2B5EF4-FFF2-40B4-BE49-F238E27FC236}">
                  <a16:creationId xmlns:a16="http://schemas.microsoft.com/office/drawing/2014/main" id="{0ED15E03-9E9E-68B5-1440-53F45E8E0157}"/>
                </a:ext>
              </a:extLst>
            </p:cNvPr>
            <p:cNvSpPr/>
            <p:nvPr/>
          </p:nvSpPr>
          <p:spPr>
            <a:xfrm rot="10800000">
              <a:off x="470037" y="1625058"/>
              <a:ext cx="833671" cy="775950"/>
            </a:xfrm>
            <a:custGeom>
              <a:avLst/>
              <a:gdLst/>
              <a:ahLst/>
              <a:cxnLst/>
              <a:rect l="l" t="t" r="r" b="b"/>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21" name="TextBox 20">
              <a:extLst>
                <a:ext uri="{FF2B5EF4-FFF2-40B4-BE49-F238E27FC236}">
                  <a16:creationId xmlns:a16="http://schemas.microsoft.com/office/drawing/2014/main" id="{6F102A57-9C75-B32C-2122-35CFB94900AF}"/>
                </a:ext>
              </a:extLst>
            </p:cNvPr>
            <p:cNvSpPr txBox="1"/>
            <p:nvPr/>
          </p:nvSpPr>
          <p:spPr>
            <a:xfrm>
              <a:off x="623833" y="1833110"/>
              <a:ext cx="536666" cy="392974"/>
            </a:xfrm>
            <a:prstGeom prst="rect">
              <a:avLst/>
            </a:prstGeom>
            <a:noFill/>
          </p:spPr>
          <p:txBody>
            <a:bodyPr wrap="square" rtlCol="0">
              <a:spAutoFit/>
            </a:bodyPr>
            <a:lstStyle/>
            <a:p>
              <a:pPr algn="ctr"/>
              <a:r>
                <a:rPr lang="en-US" sz="4000" b="1">
                  <a:solidFill>
                    <a:schemeClr val="bg1"/>
                  </a:solidFill>
                  <a:latin typeface="Aptos" panose="020B0004020202020204" pitchFamily="34" charset="0"/>
                  <a:cs typeface="Arial" panose="020B0604020202020204" pitchFamily="34" charset="0"/>
                </a:rPr>
                <a:t>02</a:t>
              </a:r>
            </a:p>
          </p:txBody>
        </p:sp>
      </p:grpSp>
      <p:pic>
        <p:nvPicPr>
          <p:cNvPr id="2" name="Picture 1" descr="t.png (200×200)">
            <a:extLst>
              <a:ext uri="{FF2B5EF4-FFF2-40B4-BE49-F238E27FC236}">
                <a16:creationId xmlns:a16="http://schemas.microsoft.com/office/drawing/2014/main" id="{13C2E2F8-2CF5-ADB0-D06A-96C2EB7C349A}"/>
              </a:ext>
            </a:extLst>
          </p:cNvPr>
          <p:cNvPicPr>
            <a:picLocks noChangeAspect="1"/>
          </p:cNvPicPr>
          <p:nvPr/>
        </p:nvPicPr>
        <p:blipFill>
          <a:blip r:embed="rId6">
            <a:alphaModFix amt="5000"/>
          </a:blip>
          <a:stretch>
            <a:fillRect/>
          </a:stretch>
        </p:blipFill>
        <p:spPr>
          <a:xfrm>
            <a:off x="6319321" y="2048316"/>
            <a:ext cx="2540000" cy="2540000"/>
          </a:xfrm>
          <a:prstGeom prst="rect">
            <a:avLst/>
          </a:prstGeom>
        </p:spPr>
      </p:pic>
      <p:sp>
        <p:nvSpPr>
          <p:cNvPr id="44" name="TextBox 43">
            <a:extLst>
              <a:ext uri="{FF2B5EF4-FFF2-40B4-BE49-F238E27FC236}">
                <a16:creationId xmlns:a16="http://schemas.microsoft.com/office/drawing/2014/main" id="{53943C2A-0BCE-CAF8-B837-743A1EA4A795}"/>
              </a:ext>
            </a:extLst>
          </p:cNvPr>
          <p:cNvSpPr txBox="1"/>
          <p:nvPr/>
        </p:nvSpPr>
        <p:spPr>
          <a:xfrm>
            <a:off x="5711018" y="3044279"/>
            <a:ext cx="6684125" cy="769441"/>
          </a:xfrm>
          <a:prstGeom prst="rect">
            <a:avLst/>
          </a:prstGeom>
          <a:noFill/>
        </p:spPr>
        <p:txBody>
          <a:bodyPr wrap="square" lIns="91440" tIns="45720" rIns="91440" bIns="45720" rtlCol="0" anchor="t">
            <a:spAutoFit/>
          </a:bodyPr>
          <a:lstStyle/>
          <a:p>
            <a:r>
              <a:rPr lang="en-US" sz="4400" b="1">
                <a:solidFill>
                  <a:schemeClr val="bg1"/>
                </a:solidFill>
                <a:latin typeface="Aptos"/>
                <a:cs typeface="Arial"/>
              </a:rPr>
              <a:t>Project Scope</a:t>
            </a:r>
            <a:endParaRPr lang="en-US" sz="4400" b="1">
              <a:solidFill>
                <a:schemeClr val="bg1"/>
              </a:solidFill>
              <a:latin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393FCF9-606E-DDD8-1F72-2956038CF058}"/>
              </a:ext>
            </a:extLst>
          </p:cNvPr>
          <p:cNvSpPr txBox="1"/>
          <p:nvPr/>
        </p:nvSpPr>
        <p:spPr>
          <a:xfrm>
            <a:off x="3491399" y="1077406"/>
            <a:ext cx="667170" cy="246221"/>
          </a:xfrm>
          <a:prstGeom prst="rect">
            <a:avLst/>
          </a:prstGeom>
          <a:noFill/>
        </p:spPr>
        <p:txBody>
          <a:bodyPr wrap="square" rtlCol="0">
            <a:spAutoFit/>
          </a:bodyPr>
          <a:lstStyle/>
          <a:p>
            <a:r>
              <a:rPr lang="en-US" sz="1000" b="1">
                <a:solidFill>
                  <a:schemeClr val="bg1">
                    <a:alpha val="50090"/>
                  </a:schemeClr>
                </a:solidFill>
              </a:rPr>
              <a:t>Figure 3 </a:t>
            </a:r>
          </a:p>
        </p:txBody>
      </p:sp>
      <p:sp>
        <p:nvSpPr>
          <p:cNvPr id="5" name="TextBox 4">
            <a:extLst>
              <a:ext uri="{FF2B5EF4-FFF2-40B4-BE49-F238E27FC236}">
                <a16:creationId xmlns:a16="http://schemas.microsoft.com/office/drawing/2014/main" id="{D9D72E61-B9CB-60C3-2555-0B257F562DB7}"/>
              </a:ext>
            </a:extLst>
          </p:cNvPr>
          <p:cNvSpPr txBox="1"/>
          <p:nvPr/>
        </p:nvSpPr>
        <p:spPr>
          <a:xfrm>
            <a:off x="3491400" y="1252830"/>
            <a:ext cx="1907872" cy="400110"/>
          </a:xfrm>
          <a:prstGeom prst="rect">
            <a:avLst/>
          </a:prstGeom>
          <a:noFill/>
        </p:spPr>
        <p:txBody>
          <a:bodyPr wrap="square" rtlCol="0">
            <a:spAutoFit/>
          </a:bodyPr>
          <a:lstStyle/>
          <a:p>
            <a:r>
              <a:rPr lang="en-ID" sz="1000" i="1">
                <a:solidFill>
                  <a:schemeClr val="bg1">
                    <a:alpha val="50090"/>
                  </a:schemeClr>
                </a:solidFill>
              </a:rPr>
              <a:t>Karen Liddy and Elaine Liddy, both rangers in the park</a:t>
            </a:r>
            <a:endParaRPr lang="en-US" sz="800" i="1">
              <a:solidFill>
                <a:schemeClr val="bg1">
                  <a:alpha val="50090"/>
                </a:schemeClr>
              </a:solidFill>
            </a:endParaRPr>
          </a:p>
        </p:txBody>
      </p:sp>
      <p:sp>
        <p:nvSpPr>
          <p:cNvPr id="6" name="TextBox 5">
            <a:extLst>
              <a:ext uri="{FF2B5EF4-FFF2-40B4-BE49-F238E27FC236}">
                <a16:creationId xmlns:a16="http://schemas.microsoft.com/office/drawing/2014/main" id="{83071FF3-D70E-FA8A-4400-DB733D1F6E18}"/>
              </a:ext>
            </a:extLst>
          </p:cNvPr>
          <p:cNvSpPr txBox="1"/>
          <p:nvPr/>
        </p:nvSpPr>
        <p:spPr>
          <a:xfrm>
            <a:off x="1746710" y="5600047"/>
            <a:ext cx="885179" cy="246221"/>
          </a:xfrm>
          <a:prstGeom prst="rect">
            <a:avLst/>
          </a:prstGeom>
          <a:noFill/>
        </p:spPr>
        <p:txBody>
          <a:bodyPr wrap="none" rtlCol="0">
            <a:spAutoFit/>
          </a:bodyPr>
          <a:lstStyle/>
          <a:p>
            <a:r>
              <a:rPr lang="en-US" sz="1000">
                <a:solidFill>
                  <a:schemeClr val="bg1">
                    <a:alpha val="50112"/>
                  </a:schemeClr>
                </a:solidFill>
              </a:rPr>
              <a:t>(Earl, 2018b)</a:t>
            </a:r>
          </a:p>
        </p:txBody>
      </p:sp>
    </p:spTree>
    <p:extLst>
      <p:ext uri="{BB962C8B-B14F-4D97-AF65-F5344CB8AC3E}">
        <p14:creationId xmlns:p14="http://schemas.microsoft.com/office/powerpoint/2010/main" val="1234581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AF193-58FC-27E3-06EB-ECB55584081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58EB652-5BB2-1E3C-8425-B268C5DBACEE}"/>
              </a:ext>
            </a:extLst>
          </p:cNvPr>
          <p:cNvSpPr>
            <a:spLocks noGrp="1"/>
          </p:cNvSpPr>
          <p:nvPr>
            <p:ph type="ftr" sz="quarter" idx="11"/>
          </p:nvPr>
        </p:nvSpPr>
        <p:spPr/>
        <p:txBody>
          <a:bodyPr/>
          <a:lstStyle/>
          <a:p>
            <a:r>
              <a:rPr lang="en-US"/>
              <a:t>Problem Description | Karell Yusdygo</a:t>
            </a:r>
          </a:p>
        </p:txBody>
      </p:sp>
      <p:sp>
        <p:nvSpPr>
          <p:cNvPr id="8" name="TextBox 7">
            <a:extLst>
              <a:ext uri="{FF2B5EF4-FFF2-40B4-BE49-F238E27FC236}">
                <a16:creationId xmlns:a16="http://schemas.microsoft.com/office/drawing/2014/main" id="{A5F750D4-93D9-BF52-8D16-E140B15E00BF}"/>
              </a:ext>
            </a:extLst>
          </p:cNvPr>
          <p:cNvSpPr txBox="1"/>
          <p:nvPr/>
        </p:nvSpPr>
        <p:spPr>
          <a:xfrm>
            <a:off x="3638853" y="2926104"/>
            <a:ext cx="4914294" cy="646331"/>
          </a:xfrm>
          <a:prstGeom prst="rect">
            <a:avLst/>
          </a:prstGeom>
          <a:noFill/>
        </p:spPr>
        <p:txBody>
          <a:bodyPr wrap="none" rtlCol="0">
            <a:spAutoFit/>
          </a:bodyPr>
          <a:lstStyle/>
          <a:p>
            <a:r>
              <a:rPr lang="en-US" sz="3600" b="1"/>
              <a:t>No Weed Management</a:t>
            </a:r>
          </a:p>
        </p:txBody>
      </p:sp>
      <p:sp>
        <p:nvSpPr>
          <p:cNvPr id="5" name="TextBox 4">
            <a:extLst>
              <a:ext uri="{FF2B5EF4-FFF2-40B4-BE49-F238E27FC236}">
                <a16:creationId xmlns:a16="http://schemas.microsoft.com/office/drawing/2014/main" id="{E95E8856-F845-A7CF-1E26-37F5E44512F7}"/>
              </a:ext>
            </a:extLst>
          </p:cNvPr>
          <p:cNvSpPr txBox="1"/>
          <p:nvPr/>
        </p:nvSpPr>
        <p:spPr>
          <a:xfrm>
            <a:off x="5325789" y="2653393"/>
            <a:ext cx="1540422" cy="369332"/>
          </a:xfrm>
          <a:prstGeom prst="rect">
            <a:avLst/>
          </a:prstGeom>
          <a:noFill/>
        </p:spPr>
        <p:txBody>
          <a:bodyPr wrap="none" rtlCol="0">
            <a:spAutoFit/>
          </a:bodyPr>
          <a:lstStyle/>
          <a:p>
            <a:r>
              <a:rPr lang="en-US" u="sng"/>
              <a:t>The Problem?</a:t>
            </a:r>
          </a:p>
        </p:txBody>
      </p:sp>
    </p:spTree>
    <p:extLst>
      <p:ext uri="{BB962C8B-B14F-4D97-AF65-F5344CB8AC3E}">
        <p14:creationId xmlns:p14="http://schemas.microsoft.com/office/powerpoint/2010/main" val="3311165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44E9A-0D2E-17C9-D15D-6BD34A71FF7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61405C0-9D81-C2FB-ABA0-CEC5E8F5EE33}"/>
              </a:ext>
            </a:extLst>
          </p:cNvPr>
          <p:cNvSpPr>
            <a:spLocks noGrp="1"/>
          </p:cNvSpPr>
          <p:nvPr>
            <p:ph type="ftr" sz="quarter" idx="11"/>
          </p:nvPr>
        </p:nvSpPr>
        <p:spPr/>
        <p:txBody>
          <a:bodyPr/>
          <a:lstStyle/>
          <a:p>
            <a:r>
              <a:rPr lang="en-US"/>
              <a:t>Problem Description | Karell Yusdygo</a:t>
            </a:r>
          </a:p>
        </p:txBody>
      </p:sp>
      <p:sp>
        <p:nvSpPr>
          <p:cNvPr id="8" name="TextBox 7">
            <a:extLst>
              <a:ext uri="{FF2B5EF4-FFF2-40B4-BE49-F238E27FC236}">
                <a16:creationId xmlns:a16="http://schemas.microsoft.com/office/drawing/2014/main" id="{48E45894-97F1-5F8A-2505-50521AE8BF34}"/>
              </a:ext>
            </a:extLst>
          </p:cNvPr>
          <p:cNvSpPr txBox="1"/>
          <p:nvPr/>
        </p:nvSpPr>
        <p:spPr>
          <a:xfrm>
            <a:off x="3638853" y="2926104"/>
            <a:ext cx="4914294" cy="646331"/>
          </a:xfrm>
          <a:prstGeom prst="rect">
            <a:avLst/>
          </a:prstGeom>
          <a:noFill/>
        </p:spPr>
        <p:txBody>
          <a:bodyPr wrap="none" rtlCol="0">
            <a:spAutoFit/>
          </a:bodyPr>
          <a:lstStyle/>
          <a:p>
            <a:r>
              <a:rPr lang="en-US" sz="3600" b="1">
                <a:solidFill>
                  <a:schemeClr val="tx1">
                    <a:alpha val="40136"/>
                  </a:schemeClr>
                </a:solidFill>
              </a:rPr>
              <a:t>No Weed Management</a:t>
            </a:r>
          </a:p>
        </p:txBody>
      </p:sp>
      <p:sp>
        <p:nvSpPr>
          <p:cNvPr id="5" name="TextBox 4">
            <a:extLst>
              <a:ext uri="{FF2B5EF4-FFF2-40B4-BE49-F238E27FC236}">
                <a16:creationId xmlns:a16="http://schemas.microsoft.com/office/drawing/2014/main" id="{F24D6748-333F-720D-97FA-48033716F65B}"/>
              </a:ext>
            </a:extLst>
          </p:cNvPr>
          <p:cNvSpPr txBox="1"/>
          <p:nvPr/>
        </p:nvSpPr>
        <p:spPr>
          <a:xfrm rot="21140254">
            <a:off x="5013716" y="2589566"/>
            <a:ext cx="2083647" cy="369332"/>
          </a:xfrm>
          <a:prstGeom prst="rect">
            <a:avLst/>
          </a:prstGeom>
          <a:noFill/>
        </p:spPr>
        <p:txBody>
          <a:bodyPr wrap="none" rtlCol="0">
            <a:spAutoFit/>
          </a:bodyPr>
          <a:lstStyle/>
          <a:p>
            <a:r>
              <a:rPr lang="en-US" u="sng">
                <a:highlight>
                  <a:srgbClr val="FFFF00"/>
                </a:highlight>
              </a:rPr>
              <a:t>The </a:t>
            </a:r>
            <a:r>
              <a:rPr lang="en-US" b="1" u="sng">
                <a:highlight>
                  <a:srgbClr val="FFFF00"/>
                </a:highlight>
              </a:rPr>
              <a:t>REAL</a:t>
            </a:r>
            <a:r>
              <a:rPr lang="en-US" u="sng">
                <a:highlight>
                  <a:srgbClr val="FFFF00"/>
                </a:highlight>
              </a:rPr>
              <a:t> Problem!</a:t>
            </a:r>
          </a:p>
        </p:txBody>
      </p:sp>
      <p:sp>
        <p:nvSpPr>
          <p:cNvPr id="2" name="Rectangle 1">
            <a:extLst>
              <a:ext uri="{FF2B5EF4-FFF2-40B4-BE49-F238E27FC236}">
                <a16:creationId xmlns:a16="http://schemas.microsoft.com/office/drawing/2014/main" id="{930371D6-6CD9-7F44-DCF9-6AB70AF45AAB}"/>
              </a:ext>
            </a:extLst>
          </p:cNvPr>
          <p:cNvSpPr/>
          <p:nvPr/>
        </p:nvSpPr>
        <p:spPr>
          <a:xfrm rot="21151522">
            <a:off x="4267007" y="2954889"/>
            <a:ext cx="3657985" cy="58875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MAINTAIN IT!</a:t>
            </a:r>
          </a:p>
        </p:txBody>
      </p:sp>
    </p:spTree>
    <p:extLst>
      <p:ext uri="{BB962C8B-B14F-4D97-AF65-F5344CB8AC3E}">
        <p14:creationId xmlns:p14="http://schemas.microsoft.com/office/powerpoint/2010/main" val="172392677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A6B03-99FE-BD2B-018A-52F6BE5D72D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62E4BAD-60CF-0918-2717-D9024994DD64}"/>
              </a:ext>
            </a:extLst>
          </p:cNvPr>
          <p:cNvSpPr>
            <a:spLocks noGrp="1"/>
          </p:cNvSpPr>
          <p:nvPr>
            <p:ph type="ftr" sz="quarter" idx="11"/>
          </p:nvPr>
        </p:nvSpPr>
        <p:spPr/>
        <p:txBody>
          <a:bodyPr/>
          <a:lstStyle/>
          <a:p>
            <a:r>
              <a:rPr lang="en-US"/>
              <a:t>Problem Description | Karell Yusdygo</a:t>
            </a:r>
          </a:p>
        </p:txBody>
      </p:sp>
      <p:sp>
        <p:nvSpPr>
          <p:cNvPr id="3" name="TextBox 2">
            <a:extLst>
              <a:ext uri="{FF2B5EF4-FFF2-40B4-BE49-F238E27FC236}">
                <a16:creationId xmlns:a16="http://schemas.microsoft.com/office/drawing/2014/main" id="{BEA79855-3A53-9BC3-20A9-493D1B9C89C8}"/>
              </a:ext>
            </a:extLst>
          </p:cNvPr>
          <p:cNvSpPr txBox="1"/>
          <p:nvPr/>
        </p:nvSpPr>
        <p:spPr>
          <a:xfrm>
            <a:off x="2438966" y="-2653631"/>
            <a:ext cx="4914294" cy="646331"/>
          </a:xfrm>
          <a:prstGeom prst="rect">
            <a:avLst/>
          </a:prstGeom>
          <a:noFill/>
        </p:spPr>
        <p:txBody>
          <a:bodyPr wrap="none" rtlCol="0">
            <a:spAutoFit/>
          </a:bodyPr>
          <a:lstStyle/>
          <a:p>
            <a:r>
              <a:rPr lang="en-US" sz="3600" b="1">
                <a:solidFill>
                  <a:schemeClr val="tx1">
                    <a:alpha val="40136"/>
                  </a:schemeClr>
                </a:solidFill>
              </a:rPr>
              <a:t>No Weed Management</a:t>
            </a:r>
          </a:p>
        </p:txBody>
      </p:sp>
      <p:sp>
        <p:nvSpPr>
          <p:cNvPr id="6" name="TextBox 5">
            <a:extLst>
              <a:ext uri="{FF2B5EF4-FFF2-40B4-BE49-F238E27FC236}">
                <a16:creationId xmlns:a16="http://schemas.microsoft.com/office/drawing/2014/main" id="{0DEB58B2-474A-0363-9FA6-940536EDBBAE}"/>
              </a:ext>
            </a:extLst>
          </p:cNvPr>
          <p:cNvSpPr txBox="1"/>
          <p:nvPr/>
        </p:nvSpPr>
        <p:spPr>
          <a:xfrm rot="21140254">
            <a:off x="8168719" y="-2193200"/>
            <a:ext cx="2083647" cy="369332"/>
          </a:xfrm>
          <a:prstGeom prst="rect">
            <a:avLst/>
          </a:prstGeom>
          <a:noFill/>
        </p:spPr>
        <p:txBody>
          <a:bodyPr wrap="none" rtlCol="0">
            <a:spAutoFit/>
          </a:bodyPr>
          <a:lstStyle/>
          <a:p>
            <a:r>
              <a:rPr lang="en-US" u="sng">
                <a:highlight>
                  <a:srgbClr val="FFFF00"/>
                </a:highlight>
              </a:rPr>
              <a:t>The </a:t>
            </a:r>
            <a:r>
              <a:rPr lang="en-US" b="1" u="sng">
                <a:highlight>
                  <a:srgbClr val="FFFF00"/>
                </a:highlight>
              </a:rPr>
              <a:t>REAL</a:t>
            </a:r>
            <a:r>
              <a:rPr lang="en-US" u="sng">
                <a:highlight>
                  <a:srgbClr val="FFFF00"/>
                </a:highlight>
              </a:rPr>
              <a:t> Problem!</a:t>
            </a:r>
          </a:p>
        </p:txBody>
      </p:sp>
      <p:sp>
        <p:nvSpPr>
          <p:cNvPr id="7" name="Rectangle 6">
            <a:extLst>
              <a:ext uri="{FF2B5EF4-FFF2-40B4-BE49-F238E27FC236}">
                <a16:creationId xmlns:a16="http://schemas.microsoft.com/office/drawing/2014/main" id="{74A4C017-C0D7-33EC-4F9A-FFF34F62F491}"/>
              </a:ext>
            </a:extLst>
          </p:cNvPr>
          <p:cNvSpPr/>
          <p:nvPr/>
        </p:nvSpPr>
        <p:spPr>
          <a:xfrm rot="21151522">
            <a:off x="5206808" y="-3699912"/>
            <a:ext cx="3657985" cy="58875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MAINTAIN IT!</a:t>
            </a:r>
          </a:p>
        </p:txBody>
      </p:sp>
      <p:pic>
        <p:nvPicPr>
          <p:cNvPr id="12" name="Picture 11">
            <a:extLst>
              <a:ext uri="{FF2B5EF4-FFF2-40B4-BE49-F238E27FC236}">
                <a16:creationId xmlns:a16="http://schemas.microsoft.com/office/drawing/2014/main" id="{C290DC75-DAF1-D218-C5FF-975DC8EC583E}"/>
              </a:ext>
            </a:extLst>
          </p:cNvPr>
          <p:cNvPicPr>
            <a:picLocks noChangeAspect="1"/>
          </p:cNvPicPr>
          <p:nvPr/>
        </p:nvPicPr>
        <p:blipFill>
          <a:blip r:embed="rId3">
            <a:alphaModFix amt="6000"/>
          </a:blip>
          <a:srcRect r="8663"/>
          <a:stretch>
            <a:fillRect/>
          </a:stretch>
        </p:blipFill>
        <p:spPr>
          <a:xfrm>
            <a:off x="2191892" y="689028"/>
            <a:ext cx="3904108" cy="2739973"/>
          </a:xfrm>
          <a:prstGeom prst="rect">
            <a:avLst/>
          </a:prstGeom>
        </p:spPr>
      </p:pic>
      <p:pic>
        <p:nvPicPr>
          <p:cNvPr id="16" name="Picture 15">
            <a:extLst>
              <a:ext uri="{FF2B5EF4-FFF2-40B4-BE49-F238E27FC236}">
                <a16:creationId xmlns:a16="http://schemas.microsoft.com/office/drawing/2014/main" id="{862DEB3B-EB75-5BD2-E097-FADD8CDDB854}"/>
              </a:ext>
            </a:extLst>
          </p:cNvPr>
          <p:cNvPicPr>
            <a:picLocks noChangeAspect="1"/>
          </p:cNvPicPr>
          <p:nvPr/>
        </p:nvPicPr>
        <p:blipFill>
          <a:blip r:embed="rId4">
            <a:alphaModFix amt="6000"/>
          </a:blip>
          <a:srcRect r="10235"/>
          <a:stretch>
            <a:fillRect/>
          </a:stretch>
        </p:blipFill>
        <p:spPr>
          <a:xfrm>
            <a:off x="6096000" y="689029"/>
            <a:ext cx="3674020" cy="2739972"/>
          </a:xfrm>
          <a:prstGeom prst="rect">
            <a:avLst/>
          </a:prstGeom>
        </p:spPr>
      </p:pic>
      <p:pic>
        <p:nvPicPr>
          <p:cNvPr id="18" name="Picture 17" descr="Gav-Parks-Peter-fence-map-130905-6558-768x222.jpg (768×222)">
            <a:extLst>
              <a:ext uri="{FF2B5EF4-FFF2-40B4-BE49-F238E27FC236}">
                <a16:creationId xmlns:a16="http://schemas.microsoft.com/office/drawing/2014/main" id="{39D2B4F5-6E07-8113-2B2A-B5AF89FC1171}"/>
              </a:ext>
            </a:extLst>
          </p:cNvPr>
          <p:cNvPicPr>
            <a:picLocks noChangeAspect="1"/>
          </p:cNvPicPr>
          <p:nvPr/>
        </p:nvPicPr>
        <p:blipFill rotWithShape="1">
          <a:blip r:embed="rId5">
            <a:alphaModFix amt="6000"/>
          </a:blip>
          <a:srcRect l="30147" t="1882" r="23408"/>
          <a:stretch>
            <a:fillRect/>
          </a:stretch>
        </p:blipFill>
        <p:spPr>
          <a:xfrm>
            <a:off x="2191892" y="3429001"/>
            <a:ext cx="3904108" cy="2384050"/>
          </a:xfrm>
          <a:prstGeom prst="rect">
            <a:avLst/>
          </a:prstGeom>
        </p:spPr>
      </p:pic>
      <p:pic>
        <p:nvPicPr>
          <p:cNvPr id="22" name="Picture 21">
            <a:extLst>
              <a:ext uri="{FF2B5EF4-FFF2-40B4-BE49-F238E27FC236}">
                <a16:creationId xmlns:a16="http://schemas.microsoft.com/office/drawing/2014/main" id="{D5A11365-3CDE-82BF-1720-24C6EF7E0E44}"/>
              </a:ext>
            </a:extLst>
          </p:cNvPr>
          <p:cNvPicPr>
            <a:picLocks noChangeAspect="1"/>
          </p:cNvPicPr>
          <p:nvPr/>
        </p:nvPicPr>
        <p:blipFill>
          <a:blip r:embed="rId6">
            <a:alphaModFix amt="6000"/>
          </a:blip>
          <a:srcRect b="3069"/>
          <a:stretch>
            <a:fillRect/>
          </a:stretch>
        </p:blipFill>
        <p:spPr>
          <a:xfrm>
            <a:off x="6096000" y="3429000"/>
            <a:ext cx="3674020" cy="2384050"/>
          </a:xfrm>
          <a:prstGeom prst="rect">
            <a:avLst/>
          </a:prstGeom>
        </p:spPr>
      </p:pic>
      <p:sp>
        <p:nvSpPr>
          <p:cNvPr id="9" name="TextBox 8">
            <a:extLst>
              <a:ext uri="{FF2B5EF4-FFF2-40B4-BE49-F238E27FC236}">
                <a16:creationId xmlns:a16="http://schemas.microsoft.com/office/drawing/2014/main" id="{68FC425D-074E-8F55-CB5B-CD9E2E3FDCEB}"/>
              </a:ext>
            </a:extLst>
          </p:cNvPr>
          <p:cNvSpPr txBox="1"/>
          <p:nvPr/>
        </p:nvSpPr>
        <p:spPr>
          <a:xfrm>
            <a:off x="-1252576" y="2520634"/>
            <a:ext cx="910827" cy="369332"/>
          </a:xfrm>
          <a:prstGeom prst="rect">
            <a:avLst/>
          </a:prstGeom>
          <a:noFill/>
        </p:spPr>
        <p:txBody>
          <a:bodyPr wrap="none" rtlCol="0">
            <a:spAutoFit/>
          </a:bodyPr>
          <a:lstStyle/>
          <a:p>
            <a:r>
              <a:rPr lang="en-US"/>
              <a:t>Access</a:t>
            </a:r>
          </a:p>
        </p:txBody>
      </p:sp>
      <p:sp>
        <p:nvSpPr>
          <p:cNvPr id="11" name="Rectangle 10">
            <a:extLst>
              <a:ext uri="{FF2B5EF4-FFF2-40B4-BE49-F238E27FC236}">
                <a16:creationId xmlns:a16="http://schemas.microsoft.com/office/drawing/2014/main" id="{2BF9F2EF-4582-1D19-DC0A-824E0E9A0EF7}"/>
              </a:ext>
            </a:extLst>
          </p:cNvPr>
          <p:cNvSpPr/>
          <p:nvPr/>
        </p:nvSpPr>
        <p:spPr>
          <a:xfrm>
            <a:off x="5411165" y="3239108"/>
            <a:ext cx="1369670" cy="37978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CHALLENGES</a:t>
            </a:r>
          </a:p>
        </p:txBody>
      </p:sp>
    </p:spTree>
    <p:extLst>
      <p:ext uri="{BB962C8B-B14F-4D97-AF65-F5344CB8AC3E}">
        <p14:creationId xmlns:p14="http://schemas.microsoft.com/office/powerpoint/2010/main" val="20801919"/>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F0E0D-07CA-42EC-BA2D-F193BF58D6A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F7B6B33-F378-3645-4DBA-31AB666CBDA4}"/>
              </a:ext>
            </a:extLst>
          </p:cNvPr>
          <p:cNvSpPr>
            <a:spLocks noGrp="1"/>
          </p:cNvSpPr>
          <p:nvPr>
            <p:ph type="ftr" sz="quarter" idx="11"/>
          </p:nvPr>
        </p:nvSpPr>
        <p:spPr/>
        <p:txBody>
          <a:bodyPr/>
          <a:lstStyle/>
          <a:p>
            <a:r>
              <a:rPr lang="en-US"/>
              <a:t>Problem Description | Karell Yusdygo</a:t>
            </a:r>
          </a:p>
        </p:txBody>
      </p:sp>
      <p:pic>
        <p:nvPicPr>
          <p:cNvPr id="12" name="Picture 11">
            <a:extLst>
              <a:ext uri="{FF2B5EF4-FFF2-40B4-BE49-F238E27FC236}">
                <a16:creationId xmlns:a16="http://schemas.microsoft.com/office/drawing/2014/main" id="{D00A9498-08DA-9110-EB5D-594C2C1DBD60}"/>
              </a:ext>
            </a:extLst>
          </p:cNvPr>
          <p:cNvPicPr>
            <a:picLocks noChangeAspect="1"/>
          </p:cNvPicPr>
          <p:nvPr/>
        </p:nvPicPr>
        <p:blipFill>
          <a:blip r:embed="rId3">
            <a:alphaModFix amt="90000"/>
          </a:blip>
          <a:srcRect r="8663"/>
          <a:stretch>
            <a:fillRect/>
          </a:stretch>
        </p:blipFill>
        <p:spPr>
          <a:xfrm>
            <a:off x="2191892" y="689028"/>
            <a:ext cx="3904108" cy="2739973"/>
          </a:xfrm>
          <a:prstGeom prst="rect">
            <a:avLst/>
          </a:prstGeom>
        </p:spPr>
      </p:pic>
      <p:pic>
        <p:nvPicPr>
          <p:cNvPr id="16" name="Picture 15">
            <a:extLst>
              <a:ext uri="{FF2B5EF4-FFF2-40B4-BE49-F238E27FC236}">
                <a16:creationId xmlns:a16="http://schemas.microsoft.com/office/drawing/2014/main" id="{46DD9B56-F06B-9BCF-AF47-0E7F96E980D2}"/>
              </a:ext>
            </a:extLst>
          </p:cNvPr>
          <p:cNvPicPr>
            <a:picLocks noChangeAspect="1"/>
          </p:cNvPicPr>
          <p:nvPr/>
        </p:nvPicPr>
        <p:blipFill>
          <a:blip r:embed="rId4">
            <a:alphaModFix amt="6000"/>
          </a:blip>
          <a:srcRect r="10235"/>
          <a:stretch>
            <a:fillRect/>
          </a:stretch>
        </p:blipFill>
        <p:spPr>
          <a:xfrm>
            <a:off x="6096000" y="689029"/>
            <a:ext cx="3674020" cy="2739972"/>
          </a:xfrm>
          <a:prstGeom prst="rect">
            <a:avLst/>
          </a:prstGeom>
        </p:spPr>
      </p:pic>
      <p:pic>
        <p:nvPicPr>
          <p:cNvPr id="18" name="Picture 17" descr="Gav-Parks-Peter-fence-map-130905-6558-768x222.jpg (768×222)">
            <a:extLst>
              <a:ext uri="{FF2B5EF4-FFF2-40B4-BE49-F238E27FC236}">
                <a16:creationId xmlns:a16="http://schemas.microsoft.com/office/drawing/2014/main" id="{40157111-3871-0060-4CD3-E134596504D9}"/>
              </a:ext>
            </a:extLst>
          </p:cNvPr>
          <p:cNvPicPr>
            <a:picLocks noChangeAspect="1"/>
          </p:cNvPicPr>
          <p:nvPr/>
        </p:nvPicPr>
        <p:blipFill rotWithShape="1">
          <a:blip r:embed="rId5">
            <a:alphaModFix amt="6000"/>
          </a:blip>
          <a:srcRect l="30147" t="1882" r="23408"/>
          <a:stretch>
            <a:fillRect/>
          </a:stretch>
        </p:blipFill>
        <p:spPr>
          <a:xfrm>
            <a:off x="2191892" y="3429001"/>
            <a:ext cx="3904108" cy="2384050"/>
          </a:xfrm>
          <a:prstGeom prst="rect">
            <a:avLst/>
          </a:prstGeom>
        </p:spPr>
      </p:pic>
      <p:pic>
        <p:nvPicPr>
          <p:cNvPr id="22" name="Picture 21">
            <a:extLst>
              <a:ext uri="{FF2B5EF4-FFF2-40B4-BE49-F238E27FC236}">
                <a16:creationId xmlns:a16="http://schemas.microsoft.com/office/drawing/2014/main" id="{8370F9CD-FB34-AAE9-0D28-D5276E99B1B8}"/>
              </a:ext>
            </a:extLst>
          </p:cNvPr>
          <p:cNvPicPr>
            <a:picLocks noChangeAspect="1"/>
          </p:cNvPicPr>
          <p:nvPr/>
        </p:nvPicPr>
        <p:blipFill>
          <a:blip r:embed="rId6">
            <a:alphaModFix amt="6000"/>
          </a:blip>
          <a:srcRect b="3069"/>
          <a:stretch>
            <a:fillRect/>
          </a:stretch>
        </p:blipFill>
        <p:spPr>
          <a:xfrm>
            <a:off x="6096000" y="3429000"/>
            <a:ext cx="3674020" cy="2384050"/>
          </a:xfrm>
          <a:prstGeom prst="rect">
            <a:avLst/>
          </a:prstGeom>
        </p:spPr>
      </p:pic>
      <p:sp>
        <p:nvSpPr>
          <p:cNvPr id="2" name="Rectangle 1">
            <a:extLst>
              <a:ext uri="{FF2B5EF4-FFF2-40B4-BE49-F238E27FC236}">
                <a16:creationId xmlns:a16="http://schemas.microsoft.com/office/drawing/2014/main" id="{0F2E1BF9-3FB2-92F8-5647-A02AA22DBE2E}"/>
              </a:ext>
            </a:extLst>
          </p:cNvPr>
          <p:cNvSpPr/>
          <p:nvPr/>
        </p:nvSpPr>
        <p:spPr>
          <a:xfrm>
            <a:off x="3459111" y="2885703"/>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Access</a:t>
            </a:r>
          </a:p>
        </p:txBody>
      </p:sp>
      <p:sp>
        <p:nvSpPr>
          <p:cNvPr id="10" name="TextBox 9">
            <a:extLst>
              <a:ext uri="{FF2B5EF4-FFF2-40B4-BE49-F238E27FC236}">
                <a16:creationId xmlns:a16="http://schemas.microsoft.com/office/drawing/2014/main" id="{D632902B-5A70-1FD5-D36F-4AD88DA1A213}"/>
              </a:ext>
            </a:extLst>
          </p:cNvPr>
          <p:cNvSpPr txBox="1"/>
          <p:nvPr/>
        </p:nvSpPr>
        <p:spPr>
          <a:xfrm>
            <a:off x="10899210" y="-784200"/>
            <a:ext cx="1292790" cy="369332"/>
          </a:xfrm>
          <a:prstGeom prst="rect">
            <a:avLst/>
          </a:prstGeom>
          <a:noFill/>
        </p:spPr>
        <p:txBody>
          <a:bodyPr wrap="none" rtlCol="0">
            <a:spAutoFit/>
          </a:bodyPr>
          <a:lstStyle/>
          <a:p>
            <a:r>
              <a:rPr lang="en-US"/>
              <a:t>Monitoring</a:t>
            </a:r>
          </a:p>
        </p:txBody>
      </p:sp>
      <p:sp>
        <p:nvSpPr>
          <p:cNvPr id="11" name="Rectangle 10">
            <a:extLst>
              <a:ext uri="{FF2B5EF4-FFF2-40B4-BE49-F238E27FC236}">
                <a16:creationId xmlns:a16="http://schemas.microsoft.com/office/drawing/2014/main" id="{E9FB405B-C766-75F5-38D4-743536F38E2D}"/>
              </a:ext>
            </a:extLst>
          </p:cNvPr>
          <p:cNvSpPr/>
          <p:nvPr/>
        </p:nvSpPr>
        <p:spPr>
          <a:xfrm>
            <a:off x="5411165" y="3239108"/>
            <a:ext cx="1369670" cy="37978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CHALLENGES</a:t>
            </a:r>
          </a:p>
        </p:txBody>
      </p:sp>
    </p:spTree>
    <p:extLst>
      <p:ext uri="{BB962C8B-B14F-4D97-AF65-F5344CB8AC3E}">
        <p14:creationId xmlns:p14="http://schemas.microsoft.com/office/powerpoint/2010/main" val="3439410210"/>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4E89F-8ECD-1AF5-F780-A4D2B237BA8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B31B536-904C-FD75-70C7-E7D881A15131}"/>
              </a:ext>
            </a:extLst>
          </p:cNvPr>
          <p:cNvSpPr>
            <a:spLocks noGrp="1"/>
          </p:cNvSpPr>
          <p:nvPr>
            <p:ph type="ftr" sz="quarter" idx="11"/>
          </p:nvPr>
        </p:nvSpPr>
        <p:spPr/>
        <p:txBody>
          <a:bodyPr/>
          <a:lstStyle/>
          <a:p>
            <a:r>
              <a:rPr lang="en-US"/>
              <a:t>Problem Description | Karell Yusdygo</a:t>
            </a:r>
          </a:p>
        </p:txBody>
      </p:sp>
      <p:pic>
        <p:nvPicPr>
          <p:cNvPr id="12" name="Picture 11">
            <a:extLst>
              <a:ext uri="{FF2B5EF4-FFF2-40B4-BE49-F238E27FC236}">
                <a16:creationId xmlns:a16="http://schemas.microsoft.com/office/drawing/2014/main" id="{605428C7-973A-0DFC-D784-E07D0A38BF3E}"/>
              </a:ext>
            </a:extLst>
          </p:cNvPr>
          <p:cNvPicPr>
            <a:picLocks noChangeAspect="1"/>
          </p:cNvPicPr>
          <p:nvPr/>
        </p:nvPicPr>
        <p:blipFill>
          <a:blip r:embed="rId3">
            <a:alphaModFix amt="90000"/>
          </a:blip>
          <a:srcRect r="8663"/>
          <a:stretch>
            <a:fillRect/>
          </a:stretch>
        </p:blipFill>
        <p:spPr>
          <a:xfrm>
            <a:off x="2191892" y="689028"/>
            <a:ext cx="3904108" cy="2739973"/>
          </a:xfrm>
          <a:prstGeom prst="rect">
            <a:avLst/>
          </a:prstGeom>
        </p:spPr>
      </p:pic>
      <p:pic>
        <p:nvPicPr>
          <p:cNvPr id="16" name="Picture 15">
            <a:extLst>
              <a:ext uri="{FF2B5EF4-FFF2-40B4-BE49-F238E27FC236}">
                <a16:creationId xmlns:a16="http://schemas.microsoft.com/office/drawing/2014/main" id="{EF58F9E0-3ED8-662F-68B7-9B8FA16074E1}"/>
              </a:ext>
            </a:extLst>
          </p:cNvPr>
          <p:cNvPicPr>
            <a:picLocks noChangeAspect="1"/>
          </p:cNvPicPr>
          <p:nvPr/>
        </p:nvPicPr>
        <p:blipFill>
          <a:blip r:embed="rId4">
            <a:alphaModFix amt="90000"/>
          </a:blip>
          <a:srcRect r="10235"/>
          <a:stretch>
            <a:fillRect/>
          </a:stretch>
        </p:blipFill>
        <p:spPr>
          <a:xfrm>
            <a:off x="6096000" y="689029"/>
            <a:ext cx="3674020" cy="2739972"/>
          </a:xfrm>
          <a:prstGeom prst="rect">
            <a:avLst/>
          </a:prstGeom>
        </p:spPr>
      </p:pic>
      <p:pic>
        <p:nvPicPr>
          <p:cNvPr id="18" name="Picture 17" descr="Gav-Parks-Peter-fence-map-130905-6558-768x222.jpg (768×222)">
            <a:extLst>
              <a:ext uri="{FF2B5EF4-FFF2-40B4-BE49-F238E27FC236}">
                <a16:creationId xmlns:a16="http://schemas.microsoft.com/office/drawing/2014/main" id="{095C3925-BB00-D9F7-103C-7B6D91A9D0E1}"/>
              </a:ext>
            </a:extLst>
          </p:cNvPr>
          <p:cNvPicPr>
            <a:picLocks noChangeAspect="1"/>
          </p:cNvPicPr>
          <p:nvPr/>
        </p:nvPicPr>
        <p:blipFill rotWithShape="1">
          <a:blip r:embed="rId5">
            <a:alphaModFix amt="6000"/>
          </a:blip>
          <a:srcRect l="30147" t="1882" r="23408"/>
          <a:stretch>
            <a:fillRect/>
          </a:stretch>
        </p:blipFill>
        <p:spPr>
          <a:xfrm>
            <a:off x="2191892" y="3429001"/>
            <a:ext cx="3904108" cy="2384050"/>
          </a:xfrm>
          <a:prstGeom prst="rect">
            <a:avLst/>
          </a:prstGeom>
        </p:spPr>
      </p:pic>
      <p:pic>
        <p:nvPicPr>
          <p:cNvPr id="22" name="Picture 21">
            <a:extLst>
              <a:ext uri="{FF2B5EF4-FFF2-40B4-BE49-F238E27FC236}">
                <a16:creationId xmlns:a16="http://schemas.microsoft.com/office/drawing/2014/main" id="{0B34D74F-52CB-9F89-3604-D927B63DC2F8}"/>
              </a:ext>
            </a:extLst>
          </p:cNvPr>
          <p:cNvPicPr>
            <a:picLocks noChangeAspect="1"/>
          </p:cNvPicPr>
          <p:nvPr/>
        </p:nvPicPr>
        <p:blipFill>
          <a:blip r:embed="rId6">
            <a:alphaModFix amt="6000"/>
          </a:blip>
          <a:srcRect b="3069"/>
          <a:stretch>
            <a:fillRect/>
          </a:stretch>
        </p:blipFill>
        <p:spPr>
          <a:xfrm>
            <a:off x="6096000" y="3429000"/>
            <a:ext cx="3674020" cy="2384050"/>
          </a:xfrm>
          <a:prstGeom prst="rect">
            <a:avLst/>
          </a:prstGeom>
        </p:spPr>
      </p:pic>
      <p:sp>
        <p:nvSpPr>
          <p:cNvPr id="2" name="Rectangle 1">
            <a:extLst>
              <a:ext uri="{FF2B5EF4-FFF2-40B4-BE49-F238E27FC236}">
                <a16:creationId xmlns:a16="http://schemas.microsoft.com/office/drawing/2014/main" id="{0B34A990-7D19-BFCD-1C8B-DBC1503B7A5B}"/>
              </a:ext>
            </a:extLst>
          </p:cNvPr>
          <p:cNvSpPr/>
          <p:nvPr/>
        </p:nvSpPr>
        <p:spPr>
          <a:xfrm>
            <a:off x="3459111" y="2885703"/>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Access</a:t>
            </a:r>
          </a:p>
        </p:txBody>
      </p:sp>
      <p:sp>
        <p:nvSpPr>
          <p:cNvPr id="5" name="Rectangle 4">
            <a:extLst>
              <a:ext uri="{FF2B5EF4-FFF2-40B4-BE49-F238E27FC236}">
                <a16:creationId xmlns:a16="http://schemas.microsoft.com/office/drawing/2014/main" id="{2FCBB860-72CC-F14B-5603-5552FD88637E}"/>
              </a:ext>
            </a:extLst>
          </p:cNvPr>
          <p:cNvSpPr/>
          <p:nvPr/>
        </p:nvSpPr>
        <p:spPr>
          <a:xfrm>
            <a:off x="7248175" y="2885701"/>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Monitoring</a:t>
            </a:r>
          </a:p>
        </p:txBody>
      </p:sp>
      <p:sp>
        <p:nvSpPr>
          <p:cNvPr id="9" name="TextBox 8">
            <a:extLst>
              <a:ext uri="{FF2B5EF4-FFF2-40B4-BE49-F238E27FC236}">
                <a16:creationId xmlns:a16="http://schemas.microsoft.com/office/drawing/2014/main" id="{2355389F-BCB7-2156-6ACF-568C5894E8FA}"/>
              </a:ext>
            </a:extLst>
          </p:cNvPr>
          <p:cNvSpPr txBox="1"/>
          <p:nvPr/>
        </p:nvSpPr>
        <p:spPr>
          <a:xfrm>
            <a:off x="-2779777" y="5813050"/>
            <a:ext cx="1851789" cy="369332"/>
          </a:xfrm>
          <a:prstGeom prst="rect">
            <a:avLst/>
          </a:prstGeom>
          <a:noFill/>
        </p:spPr>
        <p:txBody>
          <a:bodyPr wrap="none" rtlCol="0">
            <a:spAutoFit/>
          </a:bodyPr>
          <a:lstStyle/>
          <a:p>
            <a:r>
              <a:rPr lang="en-US"/>
              <a:t>Decision-Making</a:t>
            </a:r>
          </a:p>
        </p:txBody>
      </p:sp>
      <p:sp>
        <p:nvSpPr>
          <p:cNvPr id="10" name="Rectangle 9">
            <a:extLst>
              <a:ext uri="{FF2B5EF4-FFF2-40B4-BE49-F238E27FC236}">
                <a16:creationId xmlns:a16="http://schemas.microsoft.com/office/drawing/2014/main" id="{0EEA4D41-AD67-AB1A-C423-CEADE4694056}"/>
              </a:ext>
            </a:extLst>
          </p:cNvPr>
          <p:cNvSpPr/>
          <p:nvPr/>
        </p:nvSpPr>
        <p:spPr>
          <a:xfrm>
            <a:off x="5411165" y="3239108"/>
            <a:ext cx="1369670" cy="37978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CHALLENGES</a:t>
            </a:r>
          </a:p>
        </p:txBody>
      </p:sp>
    </p:spTree>
    <p:extLst>
      <p:ext uri="{BB962C8B-B14F-4D97-AF65-F5344CB8AC3E}">
        <p14:creationId xmlns:p14="http://schemas.microsoft.com/office/powerpoint/2010/main" val="192688475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04B4F-A57D-DEB4-B80D-BB0E4C2FAC3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67EDE05-B5AD-E785-B76D-03AC812BBAD1}"/>
              </a:ext>
            </a:extLst>
          </p:cNvPr>
          <p:cNvSpPr>
            <a:spLocks noGrp="1"/>
          </p:cNvSpPr>
          <p:nvPr>
            <p:ph type="ftr" sz="quarter" idx="11"/>
          </p:nvPr>
        </p:nvSpPr>
        <p:spPr/>
        <p:txBody>
          <a:bodyPr/>
          <a:lstStyle/>
          <a:p>
            <a:r>
              <a:rPr lang="en-US"/>
              <a:t>Problem Description | Karell Yusdygo</a:t>
            </a:r>
          </a:p>
        </p:txBody>
      </p:sp>
      <p:pic>
        <p:nvPicPr>
          <p:cNvPr id="12" name="Picture 11">
            <a:extLst>
              <a:ext uri="{FF2B5EF4-FFF2-40B4-BE49-F238E27FC236}">
                <a16:creationId xmlns:a16="http://schemas.microsoft.com/office/drawing/2014/main" id="{525378C8-6858-D3A0-B390-A55F073E3317}"/>
              </a:ext>
            </a:extLst>
          </p:cNvPr>
          <p:cNvPicPr>
            <a:picLocks noChangeAspect="1"/>
          </p:cNvPicPr>
          <p:nvPr/>
        </p:nvPicPr>
        <p:blipFill>
          <a:blip r:embed="rId3">
            <a:alphaModFix amt="90000"/>
          </a:blip>
          <a:srcRect r="8663"/>
          <a:stretch>
            <a:fillRect/>
          </a:stretch>
        </p:blipFill>
        <p:spPr>
          <a:xfrm>
            <a:off x="2191892" y="689028"/>
            <a:ext cx="3904108" cy="2739973"/>
          </a:xfrm>
          <a:prstGeom prst="rect">
            <a:avLst/>
          </a:prstGeom>
        </p:spPr>
      </p:pic>
      <p:pic>
        <p:nvPicPr>
          <p:cNvPr id="16" name="Picture 15">
            <a:extLst>
              <a:ext uri="{FF2B5EF4-FFF2-40B4-BE49-F238E27FC236}">
                <a16:creationId xmlns:a16="http://schemas.microsoft.com/office/drawing/2014/main" id="{7A71E795-5F89-24B9-8082-E50E95BE58BF}"/>
              </a:ext>
            </a:extLst>
          </p:cNvPr>
          <p:cNvPicPr>
            <a:picLocks noChangeAspect="1"/>
          </p:cNvPicPr>
          <p:nvPr/>
        </p:nvPicPr>
        <p:blipFill>
          <a:blip r:embed="rId4">
            <a:alphaModFix amt="90000"/>
          </a:blip>
          <a:srcRect r="10235"/>
          <a:stretch>
            <a:fillRect/>
          </a:stretch>
        </p:blipFill>
        <p:spPr>
          <a:xfrm>
            <a:off x="6096000" y="689029"/>
            <a:ext cx="3674020" cy="2739972"/>
          </a:xfrm>
          <a:prstGeom prst="rect">
            <a:avLst/>
          </a:prstGeom>
        </p:spPr>
      </p:pic>
      <p:pic>
        <p:nvPicPr>
          <p:cNvPr id="18" name="Picture 17" descr="Gav-Parks-Peter-fence-map-130905-6558-768x222.jpg (768×222)">
            <a:extLst>
              <a:ext uri="{FF2B5EF4-FFF2-40B4-BE49-F238E27FC236}">
                <a16:creationId xmlns:a16="http://schemas.microsoft.com/office/drawing/2014/main" id="{CE572628-2E08-3F87-EB4F-D7ECE7D333DD}"/>
              </a:ext>
            </a:extLst>
          </p:cNvPr>
          <p:cNvPicPr>
            <a:picLocks noChangeAspect="1"/>
          </p:cNvPicPr>
          <p:nvPr/>
        </p:nvPicPr>
        <p:blipFill rotWithShape="1">
          <a:blip r:embed="rId5">
            <a:alphaModFix amt="90000"/>
          </a:blip>
          <a:srcRect l="30147" t="1882" r="23408"/>
          <a:stretch>
            <a:fillRect/>
          </a:stretch>
        </p:blipFill>
        <p:spPr>
          <a:xfrm>
            <a:off x="2191892" y="3429001"/>
            <a:ext cx="3904108" cy="2384050"/>
          </a:xfrm>
          <a:prstGeom prst="rect">
            <a:avLst/>
          </a:prstGeom>
        </p:spPr>
      </p:pic>
      <p:pic>
        <p:nvPicPr>
          <p:cNvPr id="22" name="Picture 21">
            <a:extLst>
              <a:ext uri="{FF2B5EF4-FFF2-40B4-BE49-F238E27FC236}">
                <a16:creationId xmlns:a16="http://schemas.microsoft.com/office/drawing/2014/main" id="{D7E540E8-158C-5496-E325-8FCB6F808DD9}"/>
              </a:ext>
            </a:extLst>
          </p:cNvPr>
          <p:cNvPicPr>
            <a:picLocks noChangeAspect="1"/>
          </p:cNvPicPr>
          <p:nvPr/>
        </p:nvPicPr>
        <p:blipFill>
          <a:blip r:embed="rId6">
            <a:alphaModFix amt="6000"/>
          </a:blip>
          <a:srcRect b="3069"/>
          <a:stretch>
            <a:fillRect/>
          </a:stretch>
        </p:blipFill>
        <p:spPr>
          <a:xfrm>
            <a:off x="6096000" y="3429000"/>
            <a:ext cx="3674020" cy="2384050"/>
          </a:xfrm>
          <a:prstGeom prst="rect">
            <a:avLst/>
          </a:prstGeom>
        </p:spPr>
      </p:pic>
      <p:sp>
        <p:nvSpPr>
          <p:cNvPr id="2" name="Rectangle 1">
            <a:extLst>
              <a:ext uri="{FF2B5EF4-FFF2-40B4-BE49-F238E27FC236}">
                <a16:creationId xmlns:a16="http://schemas.microsoft.com/office/drawing/2014/main" id="{8828EB24-E98B-FB8E-9030-C6D108748720}"/>
              </a:ext>
            </a:extLst>
          </p:cNvPr>
          <p:cNvSpPr/>
          <p:nvPr/>
        </p:nvSpPr>
        <p:spPr>
          <a:xfrm>
            <a:off x="3459111" y="2885703"/>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Access</a:t>
            </a:r>
          </a:p>
        </p:txBody>
      </p:sp>
      <p:sp>
        <p:nvSpPr>
          <p:cNvPr id="5" name="Rectangle 4">
            <a:extLst>
              <a:ext uri="{FF2B5EF4-FFF2-40B4-BE49-F238E27FC236}">
                <a16:creationId xmlns:a16="http://schemas.microsoft.com/office/drawing/2014/main" id="{3B82AB75-8790-B27F-5B16-760CE587F590}"/>
              </a:ext>
            </a:extLst>
          </p:cNvPr>
          <p:cNvSpPr/>
          <p:nvPr/>
        </p:nvSpPr>
        <p:spPr>
          <a:xfrm>
            <a:off x="7248175" y="2885701"/>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Monitoring</a:t>
            </a:r>
          </a:p>
        </p:txBody>
      </p:sp>
      <p:sp>
        <p:nvSpPr>
          <p:cNvPr id="9" name="Rectangle 8">
            <a:extLst>
              <a:ext uri="{FF2B5EF4-FFF2-40B4-BE49-F238E27FC236}">
                <a16:creationId xmlns:a16="http://schemas.microsoft.com/office/drawing/2014/main" id="{F3FFC0D6-D321-B237-CA27-2ABC7E40ECFE}"/>
              </a:ext>
            </a:extLst>
          </p:cNvPr>
          <p:cNvSpPr/>
          <p:nvPr/>
        </p:nvSpPr>
        <p:spPr>
          <a:xfrm>
            <a:off x="3279204" y="3636538"/>
            <a:ext cx="1729485"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Decision-Making</a:t>
            </a:r>
          </a:p>
        </p:txBody>
      </p:sp>
      <p:sp>
        <p:nvSpPr>
          <p:cNvPr id="11" name="TextBox 10">
            <a:extLst>
              <a:ext uri="{FF2B5EF4-FFF2-40B4-BE49-F238E27FC236}">
                <a16:creationId xmlns:a16="http://schemas.microsoft.com/office/drawing/2014/main" id="{BFB4C7F4-C597-BD76-77AD-6CB20F2BC7BB}"/>
              </a:ext>
            </a:extLst>
          </p:cNvPr>
          <p:cNvSpPr txBox="1"/>
          <p:nvPr/>
        </p:nvSpPr>
        <p:spPr>
          <a:xfrm>
            <a:off x="11546278" y="7264772"/>
            <a:ext cx="1291444" cy="369332"/>
          </a:xfrm>
          <a:prstGeom prst="rect">
            <a:avLst/>
          </a:prstGeom>
          <a:noFill/>
        </p:spPr>
        <p:txBody>
          <a:bodyPr wrap="none" rtlCol="0">
            <a:spAutoFit/>
          </a:bodyPr>
          <a:lstStyle/>
          <a:p>
            <a:r>
              <a:rPr lang="en-US"/>
              <a:t>Operations</a:t>
            </a:r>
          </a:p>
        </p:txBody>
      </p:sp>
      <p:sp>
        <p:nvSpPr>
          <p:cNvPr id="13" name="Rectangle 12">
            <a:extLst>
              <a:ext uri="{FF2B5EF4-FFF2-40B4-BE49-F238E27FC236}">
                <a16:creationId xmlns:a16="http://schemas.microsoft.com/office/drawing/2014/main" id="{3BD7C70E-DCCE-0708-6751-310CC6FFB643}"/>
              </a:ext>
            </a:extLst>
          </p:cNvPr>
          <p:cNvSpPr/>
          <p:nvPr/>
        </p:nvSpPr>
        <p:spPr>
          <a:xfrm>
            <a:off x="5411165" y="3239108"/>
            <a:ext cx="1369670" cy="37978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CHALLENGES</a:t>
            </a:r>
          </a:p>
        </p:txBody>
      </p:sp>
    </p:spTree>
    <p:extLst>
      <p:ext uri="{BB962C8B-B14F-4D97-AF65-F5344CB8AC3E}">
        <p14:creationId xmlns:p14="http://schemas.microsoft.com/office/powerpoint/2010/main" val="3243307884"/>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33AA0-F624-9464-E889-08FDACBBAED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3D3212-2B58-DEE5-FE24-974173670B59}"/>
              </a:ext>
            </a:extLst>
          </p:cNvPr>
          <p:cNvSpPr>
            <a:spLocks noGrp="1"/>
          </p:cNvSpPr>
          <p:nvPr>
            <p:ph type="ftr" sz="quarter" idx="11"/>
          </p:nvPr>
        </p:nvSpPr>
        <p:spPr/>
        <p:txBody>
          <a:bodyPr/>
          <a:lstStyle/>
          <a:p>
            <a:r>
              <a:rPr lang="en-US"/>
              <a:t>Problem Description | Karell Yusdygo</a:t>
            </a:r>
          </a:p>
        </p:txBody>
      </p:sp>
      <p:pic>
        <p:nvPicPr>
          <p:cNvPr id="12" name="Picture 11">
            <a:extLst>
              <a:ext uri="{FF2B5EF4-FFF2-40B4-BE49-F238E27FC236}">
                <a16:creationId xmlns:a16="http://schemas.microsoft.com/office/drawing/2014/main" id="{A51E8602-0F78-7288-49C2-A0D3E1C238F4}"/>
              </a:ext>
            </a:extLst>
          </p:cNvPr>
          <p:cNvPicPr>
            <a:picLocks noChangeAspect="1"/>
          </p:cNvPicPr>
          <p:nvPr/>
        </p:nvPicPr>
        <p:blipFill>
          <a:blip r:embed="rId3">
            <a:alphaModFix amt="90000"/>
          </a:blip>
          <a:srcRect r="8663"/>
          <a:stretch>
            <a:fillRect/>
          </a:stretch>
        </p:blipFill>
        <p:spPr>
          <a:xfrm>
            <a:off x="2191892" y="689028"/>
            <a:ext cx="3904108" cy="2739973"/>
          </a:xfrm>
          <a:prstGeom prst="rect">
            <a:avLst/>
          </a:prstGeom>
        </p:spPr>
      </p:pic>
      <p:pic>
        <p:nvPicPr>
          <p:cNvPr id="16" name="Picture 15">
            <a:extLst>
              <a:ext uri="{FF2B5EF4-FFF2-40B4-BE49-F238E27FC236}">
                <a16:creationId xmlns:a16="http://schemas.microsoft.com/office/drawing/2014/main" id="{C9D5558A-20F6-FE9C-6CFD-8919539FCAB5}"/>
              </a:ext>
            </a:extLst>
          </p:cNvPr>
          <p:cNvPicPr>
            <a:picLocks noChangeAspect="1"/>
          </p:cNvPicPr>
          <p:nvPr/>
        </p:nvPicPr>
        <p:blipFill>
          <a:blip r:embed="rId4">
            <a:alphaModFix amt="90000"/>
          </a:blip>
          <a:srcRect r="10235"/>
          <a:stretch>
            <a:fillRect/>
          </a:stretch>
        </p:blipFill>
        <p:spPr>
          <a:xfrm>
            <a:off x="6096000" y="689029"/>
            <a:ext cx="3674020" cy="2739972"/>
          </a:xfrm>
          <a:prstGeom prst="rect">
            <a:avLst/>
          </a:prstGeom>
        </p:spPr>
      </p:pic>
      <p:pic>
        <p:nvPicPr>
          <p:cNvPr id="18" name="Picture 17" descr="Gav-Parks-Peter-fence-map-130905-6558-768x222.jpg (768×222)">
            <a:extLst>
              <a:ext uri="{FF2B5EF4-FFF2-40B4-BE49-F238E27FC236}">
                <a16:creationId xmlns:a16="http://schemas.microsoft.com/office/drawing/2014/main" id="{DDFAA2B4-FD1D-ADF8-F356-3AF4C0F0D5A9}"/>
              </a:ext>
            </a:extLst>
          </p:cNvPr>
          <p:cNvPicPr>
            <a:picLocks noChangeAspect="1"/>
          </p:cNvPicPr>
          <p:nvPr/>
        </p:nvPicPr>
        <p:blipFill rotWithShape="1">
          <a:blip r:embed="rId5">
            <a:alphaModFix amt="90000"/>
          </a:blip>
          <a:srcRect l="30147" t="1882" r="23408"/>
          <a:stretch>
            <a:fillRect/>
          </a:stretch>
        </p:blipFill>
        <p:spPr>
          <a:xfrm>
            <a:off x="2191892" y="3429001"/>
            <a:ext cx="3904108" cy="2384050"/>
          </a:xfrm>
          <a:prstGeom prst="rect">
            <a:avLst/>
          </a:prstGeom>
        </p:spPr>
      </p:pic>
      <p:pic>
        <p:nvPicPr>
          <p:cNvPr id="22" name="Picture 21">
            <a:extLst>
              <a:ext uri="{FF2B5EF4-FFF2-40B4-BE49-F238E27FC236}">
                <a16:creationId xmlns:a16="http://schemas.microsoft.com/office/drawing/2014/main" id="{DB62BFA9-4845-5885-1554-A1977F319261}"/>
              </a:ext>
            </a:extLst>
          </p:cNvPr>
          <p:cNvPicPr>
            <a:picLocks noChangeAspect="1"/>
          </p:cNvPicPr>
          <p:nvPr/>
        </p:nvPicPr>
        <p:blipFill>
          <a:blip r:embed="rId6">
            <a:alphaModFix amt="90000"/>
          </a:blip>
          <a:srcRect b="3069"/>
          <a:stretch>
            <a:fillRect/>
          </a:stretch>
        </p:blipFill>
        <p:spPr>
          <a:xfrm>
            <a:off x="6096000" y="3429000"/>
            <a:ext cx="3674020" cy="2384050"/>
          </a:xfrm>
          <a:prstGeom prst="rect">
            <a:avLst/>
          </a:prstGeom>
        </p:spPr>
      </p:pic>
      <p:sp>
        <p:nvSpPr>
          <p:cNvPr id="2" name="Rectangle 1">
            <a:extLst>
              <a:ext uri="{FF2B5EF4-FFF2-40B4-BE49-F238E27FC236}">
                <a16:creationId xmlns:a16="http://schemas.microsoft.com/office/drawing/2014/main" id="{4EFAECF3-CE0F-357F-5E40-2751C65E887B}"/>
              </a:ext>
            </a:extLst>
          </p:cNvPr>
          <p:cNvSpPr/>
          <p:nvPr/>
        </p:nvSpPr>
        <p:spPr>
          <a:xfrm>
            <a:off x="3459111" y="2885703"/>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Access</a:t>
            </a:r>
          </a:p>
        </p:txBody>
      </p:sp>
      <p:sp>
        <p:nvSpPr>
          <p:cNvPr id="5" name="Rectangle 4">
            <a:extLst>
              <a:ext uri="{FF2B5EF4-FFF2-40B4-BE49-F238E27FC236}">
                <a16:creationId xmlns:a16="http://schemas.microsoft.com/office/drawing/2014/main" id="{BC927C7D-0463-9CA8-6B0F-3A6882B9AFB5}"/>
              </a:ext>
            </a:extLst>
          </p:cNvPr>
          <p:cNvSpPr/>
          <p:nvPr/>
        </p:nvSpPr>
        <p:spPr>
          <a:xfrm>
            <a:off x="7248175" y="2885701"/>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Monitoring</a:t>
            </a:r>
          </a:p>
        </p:txBody>
      </p:sp>
      <p:sp>
        <p:nvSpPr>
          <p:cNvPr id="9" name="Rectangle 8">
            <a:extLst>
              <a:ext uri="{FF2B5EF4-FFF2-40B4-BE49-F238E27FC236}">
                <a16:creationId xmlns:a16="http://schemas.microsoft.com/office/drawing/2014/main" id="{40723E27-E6D4-737E-3FC4-C01DCB9BC65F}"/>
              </a:ext>
            </a:extLst>
          </p:cNvPr>
          <p:cNvSpPr/>
          <p:nvPr/>
        </p:nvSpPr>
        <p:spPr>
          <a:xfrm>
            <a:off x="3279204" y="3636538"/>
            <a:ext cx="1729485"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Decision-Making</a:t>
            </a:r>
          </a:p>
        </p:txBody>
      </p:sp>
      <p:sp>
        <p:nvSpPr>
          <p:cNvPr id="10" name="Rectangle 9">
            <a:extLst>
              <a:ext uri="{FF2B5EF4-FFF2-40B4-BE49-F238E27FC236}">
                <a16:creationId xmlns:a16="http://schemas.microsoft.com/office/drawing/2014/main" id="{939CAE8F-F462-EFAD-2538-C13509A8ED62}"/>
              </a:ext>
            </a:extLst>
          </p:cNvPr>
          <p:cNvSpPr/>
          <p:nvPr/>
        </p:nvSpPr>
        <p:spPr>
          <a:xfrm>
            <a:off x="7248174" y="3636538"/>
            <a:ext cx="1369671"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Operations</a:t>
            </a:r>
          </a:p>
        </p:txBody>
      </p:sp>
      <p:sp>
        <p:nvSpPr>
          <p:cNvPr id="11" name="Rectangle 10">
            <a:extLst>
              <a:ext uri="{FF2B5EF4-FFF2-40B4-BE49-F238E27FC236}">
                <a16:creationId xmlns:a16="http://schemas.microsoft.com/office/drawing/2014/main" id="{A5263C59-C671-3966-3F0B-E780BF4C8707}"/>
              </a:ext>
            </a:extLst>
          </p:cNvPr>
          <p:cNvSpPr/>
          <p:nvPr/>
        </p:nvSpPr>
        <p:spPr>
          <a:xfrm>
            <a:off x="5411165" y="3239108"/>
            <a:ext cx="1369670" cy="37978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CHALLENGES</a:t>
            </a:r>
          </a:p>
        </p:txBody>
      </p:sp>
      <p:sp>
        <p:nvSpPr>
          <p:cNvPr id="14" name="TextBox 13">
            <a:extLst>
              <a:ext uri="{FF2B5EF4-FFF2-40B4-BE49-F238E27FC236}">
                <a16:creationId xmlns:a16="http://schemas.microsoft.com/office/drawing/2014/main" id="{5909E50B-605D-BD11-1E11-1F50DED5BB61}"/>
              </a:ext>
            </a:extLst>
          </p:cNvPr>
          <p:cNvSpPr txBox="1"/>
          <p:nvPr/>
        </p:nvSpPr>
        <p:spPr>
          <a:xfrm>
            <a:off x="2101787" y="5805430"/>
            <a:ext cx="4114799" cy="215444"/>
          </a:xfrm>
          <a:prstGeom prst="rect">
            <a:avLst/>
          </a:prstGeom>
          <a:noFill/>
        </p:spPr>
        <p:txBody>
          <a:bodyPr wrap="square">
            <a:spAutoFit/>
          </a:bodyPr>
          <a:lstStyle/>
          <a:p>
            <a:r>
              <a:rPr lang="en-ID" sz="800"/>
              <a:t>(Earl, 2018a, 2018d, 2018e; </a:t>
            </a:r>
            <a:r>
              <a:rPr lang="en-ID" sz="800" err="1"/>
              <a:t>Yintjingga</a:t>
            </a:r>
            <a:r>
              <a:rPr lang="en-ID" sz="800"/>
              <a:t> Aboriginal Corporation, n.d.-a)</a:t>
            </a:r>
            <a:endParaRPr lang="en-US" sz="600"/>
          </a:p>
        </p:txBody>
      </p:sp>
      <p:sp>
        <p:nvSpPr>
          <p:cNvPr id="15" name="TextBox 14">
            <a:extLst>
              <a:ext uri="{FF2B5EF4-FFF2-40B4-BE49-F238E27FC236}">
                <a16:creationId xmlns:a16="http://schemas.microsoft.com/office/drawing/2014/main" id="{4F56C692-6F91-AB42-5150-86FB1429BFD7}"/>
              </a:ext>
            </a:extLst>
          </p:cNvPr>
          <p:cNvSpPr txBox="1"/>
          <p:nvPr/>
        </p:nvSpPr>
        <p:spPr>
          <a:xfrm>
            <a:off x="2113933" y="473583"/>
            <a:ext cx="3060453" cy="215444"/>
          </a:xfrm>
          <a:prstGeom prst="rect">
            <a:avLst/>
          </a:prstGeom>
          <a:noFill/>
        </p:spPr>
        <p:txBody>
          <a:bodyPr wrap="none" rtlCol="0">
            <a:spAutoFit/>
          </a:bodyPr>
          <a:lstStyle/>
          <a:p>
            <a:r>
              <a:rPr lang="en-ID" sz="800"/>
              <a:t>[Key challenges affecting Lama Lama Ranger weed management]</a:t>
            </a:r>
            <a:endParaRPr lang="en-US" sz="600" i="1"/>
          </a:p>
        </p:txBody>
      </p:sp>
      <p:sp>
        <p:nvSpPr>
          <p:cNvPr id="17" name="TextBox 16">
            <a:extLst>
              <a:ext uri="{FF2B5EF4-FFF2-40B4-BE49-F238E27FC236}">
                <a16:creationId xmlns:a16="http://schemas.microsoft.com/office/drawing/2014/main" id="{40647BBB-712E-0E33-70B3-DEC441407EA4}"/>
              </a:ext>
            </a:extLst>
          </p:cNvPr>
          <p:cNvSpPr txBox="1"/>
          <p:nvPr/>
        </p:nvSpPr>
        <p:spPr>
          <a:xfrm>
            <a:off x="2113933" y="325387"/>
            <a:ext cx="550151" cy="215444"/>
          </a:xfrm>
          <a:prstGeom prst="rect">
            <a:avLst/>
          </a:prstGeom>
          <a:noFill/>
        </p:spPr>
        <p:txBody>
          <a:bodyPr wrap="none" rtlCol="0">
            <a:spAutoFit/>
          </a:bodyPr>
          <a:lstStyle/>
          <a:p>
            <a:r>
              <a:rPr lang="en-US" sz="800" b="1"/>
              <a:t>Figure 4</a:t>
            </a:r>
          </a:p>
        </p:txBody>
      </p:sp>
      <p:sp>
        <p:nvSpPr>
          <p:cNvPr id="3" name="TextBox 2">
            <a:extLst>
              <a:ext uri="{FF2B5EF4-FFF2-40B4-BE49-F238E27FC236}">
                <a16:creationId xmlns:a16="http://schemas.microsoft.com/office/drawing/2014/main" id="{DC31A1CC-C291-CB30-30F3-981645A0835B}"/>
              </a:ext>
            </a:extLst>
          </p:cNvPr>
          <p:cNvSpPr txBox="1"/>
          <p:nvPr/>
        </p:nvSpPr>
        <p:spPr>
          <a:xfrm>
            <a:off x="1889090" y="3175279"/>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803529208"/>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6822-057F-A0C9-C5AC-4547ECCB0B5F}"/>
            </a:ext>
          </a:extLst>
        </p:cNvPr>
        <p:cNvGrpSpPr/>
        <p:nvPr/>
      </p:nvGrpSpPr>
      <p:grpSpPr>
        <a:xfrm>
          <a:off x="0" y="0"/>
          <a:ext cx="0" cy="0"/>
          <a:chOff x="0" y="0"/>
          <a:chExt cx="0" cy="0"/>
        </a:xfrm>
      </p:grpSpPr>
      <p:pic>
        <p:nvPicPr>
          <p:cNvPr id="2" name="Picture 1" descr="Lama-Lama-rangers-banner">
            <a:extLst>
              <a:ext uri="{FF2B5EF4-FFF2-40B4-BE49-F238E27FC236}">
                <a16:creationId xmlns:a16="http://schemas.microsoft.com/office/drawing/2014/main" id="{1C5C9959-8D17-3822-8A06-8D48EB004D1C}"/>
              </a:ext>
            </a:extLst>
          </p:cNvPr>
          <p:cNvPicPr>
            <a:picLocks noChangeAspect="1"/>
          </p:cNvPicPr>
          <p:nvPr/>
        </p:nvPicPr>
        <p:blipFill>
          <a:blip r:embed="rId3"/>
          <a:srcRect l="27631" r="22185"/>
          <a:stretch>
            <a:fillRect/>
          </a:stretch>
        </p:blipFill>
        <p:spPr>
          <a:xfrm>
            <a:off x="822454" y="1503529"/>
            <a:ext cx="5772684" cy="3464529"/>
          </a:xfrm>
          <a:prstGeom prst="rect">
            <a:avLst/>
          </a:prstGeom>
        </p:spPr>
      </p:pic>
      <p:sp>
        <p:nvSpPr>
          <p:cNvPr id="3" name="Rounded Rectangle 2">
            <a:extLst>
              <a:ext uri="{FF2B5EF4-FFF2-40B4-BE49-F238E27FC236}">
                <a16:creationId xmlns:a16="http://schemas.microsoft.com/office/drawing/2014/main" id="{F527C8D6-8BDA-B6D4-3286-57D939E8966B}"/>
              </a:ext>
            </a:extLst>
          </p:cNvPr>
          <p:cNvSpPr/>
          <p:nvPr/>
        </p:nvSpPr>
        <p:spPr>
          <a:xfrm>
            <a:off x="6229814" y="2910003"/>
            <a:ext cx="4966011" cy="1717753"/>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D2E58D01-0B60-682C-E3C9-B2ED7A07F47C}"/>
              </a:ext>
            </a:extLst>
          </p:cNvPr>
          <p:cNvSpPr>
            <a:spLocks noGrp="1"/>
          </p:cNvSpPr>
          <p:nvPr>
            <p:ph type="ftr" sz="quarter" idx="11"/>
          </p:nvPr>
        </p:nvSpPr>
        <p:spPr/>
        <p:txBody>
          <a:bodyPr/>
          <a:lstStyle/>
          <a:p>
            <a:r>
              <a:rPr lang="en-US"/>
              <a:t>Problem Description | Karell Yusdygo</a:t>
            </a:r>
          </a:p>
        </p:txBody>
      </p:sp>
      <p:sp>
        <p:nvSpPr>
          <p:cNvPr id="5" name="TextBox 4">
            <a:extLst>
              <a:ext uri="{FF2B5EF4-FFF2-40B4-BE49-F238E27FC236}">
                <a16:creationId xmlns:a16="http://schemas.microsoft.com/office/drawing/2014/main" id="{7FCAAB56-9E17-64EB-A906-F49E642B0FAE}"/>
              </a:ext>
            </a:extLst>
          </p:cNvPr>
          <p:cNvSpPr txBox="1"/>
          <p:nvPr/>
        </p:nvSpPr>
        <p:spPr>
          <a:xfrm>
            <a:off x="758434" y="1082596"/>
            <a:ext cx="641522" cy="246221"/>
          </a:xfrm>
          <a:prstGeom prst="rect">
            <a:avLst/>
          </a:prstGeom>
          <a:noFill/>
        </p:spPr>
        <p:txBody>
          <a:bodyPr wrap="none" rtlCol="0">
            <a:spAutoFit/>
          </a:bodyPr>
          <a:lstStyle/>
          <a:p>
            <a:r>
              <a:rPr lang="en-US" sz="1000" b="1"/>
              <a:t>Figure 5</a:t>
            </a:r>
          </a:p>
        </p:txBody>
      </p:sp>
      <p:sp>
        <p:nvSpPr>
          <p:cNvPr id="10" name="TextBox 9">
            <a:extLst>
              <a:ext uri="{FF2B5EF4-FFF2-40B4-BE49-F238E27FC236}">
                <a16:creationId xmlns:a16="http://schemas.microsoft.com/office/drawing/2014/main" id="{9847E375-5E51-C092-EBE4-1109187B8C3C}"/>
              </a:ext>
            </a:extLst>
          </p:cNvPr>
          <p:cNvSpPr txBox="1"/>
          <p:nvPr/>
        </p:nvSpPr>
        <p:spPr>
          <a:xfrm>
            <a:off x="758434" y="1257308"/>
            <a:ext cx="2528256" cy="246221"/>
          </a:xfrm>
          <a:prstGeom prst="rect">
            <a:avLst/>
          </a:prstGeom>
          <a:noFill/>
        </p:spPr>
        <p:txBody>
          <a:bodyPr wrap="none" rtlCol="0">
            <a:spAutoFit/>
          </a:bodyPr>
          <a:lstStyle/>
          <a:p>
            <a:r>
              <a:rPr lang="en-ID" sz="1000"/>
              <a:t>[Lama Lama Rangers standing on Country]</a:t>
            </a:r>
            <a:endParaRPr lang="en-US" sz="800"/>
          </a:p>
        </p:txBody>
      </p:sp>
      <p:sp>
        <p:nvSpPr>
          <p:cNvPr id="11" name="TextBox 10">
            <a:extLst>
              <a:ext uri="{FF2B5EF4-FFF2-40B4-BE49-F238E27FC236}">
                <a16:creationId xmlns:a16="http://schemas.microsoft.com/office/drawing/2014/main" id="{B3A574D2-569D-4F00-B973-9FAF4A13FC72}"/>
              </a:ext>
            </a:extLst>
          </p:cNvPr>
          <p:cNvSpPr txBox="1"/>
          <p:nvPr/>
        </p:nvSpPr>
        <p:spPr>
          <a:xfrm>
            <a:off x="758434" y="4968058"/>
            <a:ext cx="2468946" cy="246221"/>
          </a:xfrm>
          <a:prstGeom prst="rect">
            <a:avLst/>
          </a:prstGeom>
          <a:noFill/>
        </p:spPr>
        <p:txBody>
          <a:bodyPr wrap="none" rtlCol="0">
            <a:spAutoFit/>
          </a:bodyPr>
          <a:lstStyle/>
          <a:p>
            <a:r>
              <a:rPr lang="en-ID" sz="1000"/>
              <a:t>(</a:t>
            </a:r>
            <a:r>
              <a:rPr lang="en-ID" sz="1000" err="1"/>
              <a:t>Yintjingga</a:t>
            </a:r>
            <a:r>
              <a:rPr lang="en-ID" sz="1000"/>
              <a:t> Aboriginal Corporation, n.d.-c)</a:t>
            </a:r>
            <a:endParaRPr lang="en-US" sz="1000"/>
          </a:p>
        </p:txBody>
      </p:sp>
      <p:sp>
        <p:nvSpPr>
          <p:cNvPr id="13" name="TextBox 12">
            <a:extLst>
              <a:ext uri="{FF2B5EF4-FFF2-40B4-BE49-F238E27FC236}">
                <a16:creationId xmlns:a16="http://schemas.microsoft.com/office/drawing/2014/main" id="{45E073F5-7456-4109-EBCE-D36089D14C81}"/>
              </a:ext>
            </a:extLst>
          </p:cNvPr>
          <p:cNvSpPr txBox="1"/>
          <p:nvPr/>
        </p:nvSpPr>
        <p:spPr>
          <a:xfrm>
            <a:off x="6375355" y="3025592"/>
            <a:ext cx="4667817" cy="1477328"/>
          </a:xfrm>
          <a:prstGeom prst="rect">
            <a:avLst/>
          </a:prstGeom>
          <a:noFill/>
        </p:spPr>
        <p:txBody>
          <a:bodyPr wrap="square">
            <a:spAutoFit/>
          </a:bodyPr>
          <a:lstStyle/>
          <a:p>
            <a:pPr algn="ctr"/>
            <a:r>
              <a:rPr lang="en-ID"/>
              <a:t>“Lama Lama Rangers need to reliably </a:t>
            </a:r>
            <a:r>
              <a:rPr lang="en-ID" b="1"/>
              <a:t>detect</a:t>
            </a:r>
            <a:r>
              <a:rPr lang="en-ID"/>
              <a:t>, </a:t>
            </a:r>
            <a:r>
              <a:rPr lang="en-ID" b="1"/>
              <a:t>monitor</a:t>
            </a:r>
            <a:r>
              <a:rPr lang="en-ID"/>
              <a:t>, and </a:t>
            </a:r>
            <a:r>
              <a:rPr lang="en-ID" b="1"/>
              <a:t>prioritise</a:t>
            </a:r>
            <a:r>
              <a:rPr lang="en-ID"/>
              <a:t> weed infestations across large, remote and seasonally inaccessible areas while </a:t>
            </a:r>
            <a:r>
              <a:rPr lang="en-ID" b="1"/>
              <a:t>integrating</a:t>
            </a:r>
            <a:r>
              <a:rPr lang="en-ID"/>
              <a:t> with their existing practices.”</a:t>
            </a:r>
            <a:endParaRPr lang="en-US"/>
          </a:p>
        </p:txBody>
      </p:sp>
      <p:sp>
        <p:nvSpPr>
          <p:cNvPr id="6" name="Rounded Rectangle 5">
            <a:extLst>
              <a:ext uri="{FF2B5EF4-FFF2-40B4-BE49-F238E27FC236}">
                <a16:creationId xmlns:a16="http://schemas.microsoft.com/office/drawing/2014/main" id="{0D113B65-3071-0C3A-32D4-D8FAF3C019F1}"/>
              </a:ext>
            </a:extLst>
          </p:cNvPr>
          <p:cNvSpPr/>
          <p:nvPr/>
        </p:nvSpPr>
        <p:spPr>
          <a:xfrm>
            <a:off x="6044143" y="2713227"/>
            <a:ext cx="1802216" cy="347731"/>
          </a:xfrm>
          <a:prstGeom prst="roundRect">
            <a:avLst>
              <a:gd name="adj" fmla="val 50000"/>
            </a:avLst>
          </a:prstGeom>
          <a:solidFill>
            <a:srgbClr val="003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User need statement:</a:t>
            </a:r>
          </a:p>
        </p:txBody>
      </p:sp>
      <p:pic>
        <p:nvPicPr>
          <p:cNvPr id="7" name="Picture 6">
            <a:extLst>
              <a:ext uri="{FF2B5EF4-FFF2-40B4-BE49-F238E27FC236}">
                <a16:creationId xmlns:a16="http://schemas.microsoft.com/office/drawing/2014/main" id="{9D70318A-D107-DFCA-858D-F55EE21CB80C}"/>
              </a:ext>
            </a:extLst>
          </p:cNvPr>
          <p:cNvPicPr>
            <a:picLocks noChangeAspect="1"/>
          </p:cNvPicPr>
          <p:nvPr/>
        </p:nvPicPr>
        <p:blipFill>
          <a:blip r:embed="rId4">
            <a:alphaModFix amt="90000"/>
          </a:blip>
          <a:srcRect r="8663"/>
          <a:stretch>
            <a:fillRect/>
          </a:stretch>
        </p:blipFill>
        <p:spPr>
          <a:xfrm>
            <a:off x="-4835692" y="-4674019"/>
            <a:ext cx="3904108" cy="2739973"/>
          </a:xfrm>
          <a:prstGeom prst="rect">
            <a:avLst/>
          </a:prstGeom>
        </p:spPr>
      </p:pic>
      <p:pic>
        <p:nvPicPr>
          <p:cNvPr id="8" name="Picture 7">
            <a:extLst>
              <a:ext uri="{FF2B5EF4-FFF2-40B4-BE49-F238E27FC236}">
                <a16:creationId xmlns:a16="http://schemas.microsoft.com/office/drawing/2014/main" id="{026F1698-3C27-14C2-9D1A-3591111DB7DD}"/>
              </a:ext>
            </a:extLst>
          </p:cNvPr>
          <p:cNvPicPr>
            <a:picLocks noChangeAspect="1"/>
          </p:cNvPicPr>
          <p:nvPr/>
        </p:nvPicPr>
        <p:blipFill>
          <a:blip r:embed="rId5">
            <a:alphaModFix amt="90000"/>
          </a:blip>
          <a:srcRect r="10235"/>
          <a:stretch>
            <a:fillRect/>
          </a:stretch>
        </p:blipFill>
        <p:spPr>
          <a:xfrm>
            <a:off x="13260249" y="-4674019"/>
            <a:ext cx="3674020" cy="2739972"/>
          </a:xfrm>
          <a:prstGeom prst="rect">
            <a:avLst/>
          </a:prstGeom>
        </p:spPr>
      </p:pic>
      <p:pic>
        <p:nvPicPr>
          <p:cNvPr id="9" name="Picture 8" descr="Gav-Parks-Peter-fence-map-130905-6558-768x222.jpg (768×222)">
            <a:extLst>
              <a:ext uri="{FF2B5EF4-FFF2-40B4-BE49-F238E27FC236}">
                <a16:creationId xmlns:a16="http://schemas.microsoft.com/office/drawing/2014/main" id="{3C56BF20-86CD-A03B-0EB0-39249425F511}"/>
              </a:ext>
            </a:extLst>
          </p:cNvPr>
          <p:cNvPicPr>
            <a:picLocks noChangeAspect="1"/>
          </p:cNvPicPr>
          <p:nvPr/>
        </p:nvPicPr>
        <p:blipFill rotWithShape="1">
          <a:blip r:embed="rId6">
            <a:alphaModFix amt="90000"/>
          </a:blip>
          <a:srcRect l="30147" t="1882" r="23408"/>
          <a:stretch>
            <a:fillRect/>
          </a:stretch>
        </p:blipFill>
        <p:spPr>
          <a:xfrm>
            <a:off x="-4897742" y="7561191"/>
            <a:ext cx="3904108" cy="2384050"/>
          </a:xfrm>
          <a:prstGeom prst="rect">
            <a:avLst/>
          </a:prstGeom>
        </p:spPr>
      </p:pic>
      <p:pic>
        <p:nvPicPr>
          <p:cNvPr id="12" name="Picture 11">
            <a:extLst>
              <a:ext uri="{FF2B5EF4-FFF2-40B4-BE49-F238E27FC236}">
                <a16:creationId xmlns:a16="http://schemas.microsoft.com/office/drawing/2014/main" id="{0F9518A2-E38A-89D5-9624-C9B681CAF93B}"/>
              </a:ext>
            </a:extLst>
          </p:cNvPr>
          <p:cNvPicPr>
            <a:picLocks noChangeAspect="1"/>
          </p:cNvPicPr>
          <p:nvPr/>
        </p:nvPicPr>
        <p:blipFill>
          <a:blip r:embed="rId7">
            <a:alphaModFix amt="90000"/>
          </a:blip>
          <a:srcRect b="3069"/>
          <a:stretch>
            <a:fillRect/>
          </a:stretch>
        </p:blipFill>
        <p:spPr>
          <a:xfrm>
            <a:off x="13260249" y="7561191"/>
            <a:ext cx="3674020" cy="2384050"/>
          </a:xfrm>
          <a:prstGeom prst="rect">
            <a:avLst/>
          </a:prstGeom>
        </p:spPr>
      </p:pic>
      <p:sp>
        <p:nvSpPr>
          <p:cNvPr id="16" name="Rectangle 15">
            <a:extLst>
              <a:ext uri="{FF2B5EF4-FFF2-40B4-BE49-F238E27FC236}">
                <a16:creationId xmlns:a16="http://schemas.microsoft.com/office/drawing/2014/main" id="{8C843957-8A65-BA55-4F80-C0B55CBF045E}"/>
              </a:ext>
            </a:extLst>
          </p:cNvPr>
          <p:cNvSpPr/>
          <p:nvPr/>
        </p:nvSpPr>
        <p:spPr>
          <a:xfrm>
            <a:off x="-3568473" y="-2477344"/>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Access</a:t>
            </a:r>
          </a:p>
        </p:txBody>
      </p:sp>
      <p:sp>
        <p:nvSpPr>
          <p:cNvPr id="17" name="Rectangle 16">
            <a:extLst>
              <a:ext uri="{FF2B5EF4-FFF2-40B4-BE49-F238E27FC236}">
                <a16:creationId xmlns:a16="http://schemas.microsoft.com/office/drawing/2014/main" id="{9CF3E5BA-E1E9-5CEB-AB1E-0ACED4CCC6DF}"/>
              </a:ext>
            </a:extLst>
          </p:cNvPr>
          <p:cNvSpPr/>
          <p:nvPr/>
        </p:nvSpPr>
        <p:spPr>
          <a:xfrm>
            <a:off x="14412424" y="-2477347"/>
            <a:ext cx="1369670"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Monitoring</a:t>
            </a:r>
          </a:p>
        </p:txBody>
      </p:sp>
      <p:sp>
        <p:nvSpPr>
          <p:cNvPr id="18" name="Rectangle 17">
            <a:extLst>
              <a:ext uri="{FF2B5EF4-FFF2-40B4-BE49-F238E27FC236}">
                <a16:creationId xmlns:a16="http://schemas.microsoft.com/office/drawing/2014/main" id="{4152EE19-83C5-C774-ED14-0C5A7BDAD37C}"/>
              </a:ext>
            </a:extLst>
          </p:cNvPr>
          <p:cNvSpPr/>
          <p:nvPr/>
        </p:nvSpPr>
        <p:spPr>
          <a:xfrm>
            <a:off x="-3810430" y="7768728"/>
            <a:ext cx="1729485"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Decision-Making</a:t>
            </a:r>
          </a:p>
        </p:txBody>
      </p:sp>
      <p:sp>
        <p:nvSpPr>
          <p:cNvPr id="19" name="Rectangle 18">
            <a:extLst>
              <a:ext uri="{FF2B5EF4-FFF2-40B4-BE49-F238E27FC236}">
                <a16:creationId xmlns:a16="http://schemas.microsoft.com/office/drawing/2014/main" id="{BBA0B2DB-EA17-435D-88CE-521B285B8233}"/>
              </a:ext>
            </a:extLst>
          </p:cNvPr>
          <p:cNvSpPr/>
          <p:nvPr/>
        </p:nvSpPr>
        <p:spPr>
          <a:xfrm>
            <a:off x="14412423" y="7768729"/>
            <a:ext cx="1369671" cy="379782"/>
          </a:xfrm>
          <a:prstGeom prst="rect">
            <a:avLst/>
          </a:prstGeom>
          <a:solidFill>
            <a:srgbClr val="0F4B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Operations</a:t>
            </a:r>
          </a:p>
        </p:txBody>
      </p:sp>
      <p:sp>
        <p:nvSpPr>
          <p:cNvPr id="20" name="Rectangle 19">
            <a:extLst>
              <a:ext uri="{FF2B5EF4-FFF2-40B4-BE49-F238E27FC236}">
                <a16:creationId xmlns:a16="http://schemas.microsoft.com/office/drawing/2014/main" id="{FCBA84F2-9217-83A7-41CB-5C152F887A3E}"/>
              </a:ext>
            </a:extLst>
          </p:cNvPr>
          <p:cNvSpPr/>
          <p:nvPr/>
        </p:nvSpPr>
        <p:spPr>
          <a:xfrm>
            <a:off x="5690520" y="-3493926"/>
            <a:ext cx="1369670" cy="37978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CHALLENGES</a:t>
            </a:r>
          </a:p>
        </p:txBody>
      </p:sp>
      <p:sp>
        <p:nvSpPr>
          <p:cNvPr id="21" name="TextBox 20">
            <a:extLst>
              <a:ext uri="{FF2B5EF4-FFF2-40B4-BE49-F238E27FC236}">
                <a16:creationId xmlns:a16="http://schemas.microsoft.com/office/drawing/2014/main" id="{82506427-2725-5411-3940-FC7A0E7F8690}"/>
              </a:ext>
            </a:extLst>
          </p:cNvPr>
          <p:cNvSpPr txBox="1"/>
          <p:nvPr/>
        </p:nvSpPr>
        <p:spPr>
          <a:xfrm>
            <a:off x="2168445" y="-355775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690226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D9816F-3757-4CBE-EE5B-4A2FB29A2EF1}"/>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5E0EBC25-F5A1-8AFE-793D-7484457F3978}"/>
              </a:ext>
            </a:extLst>
          </p:cNvPr>
          <p:cNvSpPr/>
          <p:nvPr/>
        </p:nvSpPr>
        <p:spPr>
          <a:xfrm>
            <a:off x="6221693" y="4781363"/>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Monitoring System</a:t>
            </a:r>
          </a:p>
        </p:txBody>
      </p:sp>
      <p:sp>
        <p:nvSpPr>
          <p:cNvPr id="14" name="Rectangle: Rounded Corners 13">
            <a:extLst>
              <a:ext uri="{FF2B5EF4-FFF2-40B4-BE49-F238E27FC236}">
                <a16:creationId xmlns:a16="http://schemas.microsoft.com/office/drawing/2014/main" id="{E6195BEB-F909-1C10-8A4D-A83553165D49}"/>
              </a:ext>
            </a:extLst>
          </p:cNvPr>
          <p:cNvSpPr/>
          <p:nvPr/>
        </p:nvSpPr>
        <p:spPr>
          <a:xfrm>
            <a:off x="538443" y="4781363"/>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Vast area scanning</a:t>
            </a:r>
            <a:endParaRPr lang="en-US"/>
          </a:p>
        </p:txBody>
      </p:sp>
      <p:sp>
        <p:nvSpPr>
          <p:cNvPr id="15" name="Rectangle: Rounded Corners 14">
            <a:extLst>
              <a:ext uri="{FF2B5EF4-FFF2-40B4-BE49-F238E27FC236}">
                <a16:creationId xmlns:a16="http://schemas.microsoft.com/office/drawing/2014/main" id="{914A9CDA-9CF1-EB0F-13A8-CA32A9DCDF70}"/>
              </a:ext>
            </a:extLst>
          </p:cNvPr>
          <p:cNvSpPr/>
          <p:nvPr/>
        </p:nvSpPr>
        <p:spPr>
          <a:xfrm>
            <a:off x="6229631" y="2614425"/>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Unsensitive, robust Sensor</a:t>
            </a:r>
          </a:p>
        </p:txBody>
      </p:sp>
      <p:sp>
        <p:nvSpPr>
          <p:cNvPr id="12" name="Rectangle: Rounded Corners 11">
            <a:extLst>
              <a:ext uri="{FF2B5EF4-FFF2-40B4-BE49-F238E27FC236}">
                <a16:creationId xmlns:a16="http://schemas.microsoft.com/office/drawing/2014/main" id="{FA57841D-4BD0-E1D0-52DE-D6A9F010EBD6}"/>
              </a:ext>
            </a:extLst>
          </p:cNvPr>
          <p:cNvSpPr/>
          <p:nvPr/>
        </p:nvSpPr>
        <p:spPr>
          <a:xfrm>
            <a:off x="554318" y="2614426"/>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Offline Capability</a:t>
            </a:r>
            <a:endParaRPr lang="en-GB" sz="1400">
              <a:solidFill>
                <a:schemeClr val="tx1"/>
              </a:solidFill>
              <a:ea typeface="Calibri"/>
              <a:cs typeface="Calibri"/>
            </a:endParaRPr>
          </a:p>
        </p:txBody>
      </p:sp>
      <p:sp>
        <p:nvSpPr>
          <p:cNvPr id="10" name="Rectangle: Rounded Corners 9">
            <a:extLst>
              <a:ext uri="{FF2B5EF4-FFF2-40B4-BE49-F238E27FC236}">
                <a16:creationId xmlns:a16="http://schemas.microsoft.com/office/drawing/2014/main" id="{9303BCE2-6DC8-1078-6023-CDE48354E9E0}"/>
              </a:ext>
            </a:extLst>
          </p:cNvPr>
          <p:cNvSpPr/>
          <p:nvPr/>
        </p:nvSpPr>
        <p:spPr>
          <a:xfrm>
            <a:off x="6221693" y="3773301"/>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Treatment require constant follow up</a:t>
            </a:r>
          </a:p>
        </p:txBody>
      </p:sp>
      <p:sp>
        <p:nvSpPr>
          <p:cNvPr id="9" name="Rectangle: Rounded Corners 8">
            <a:extLst>
              <a:ext uri="{FF2B5EF4-FFF2-40B4-BE49-F238E27FC236}">
                <a16:creationId xmlns:a16="http://schemas.microsoft.com/office/drawing/2014/main" id="{4AD66552-2EC7-021A-8DCC-414188D06BB2}"/>
              </a:ext>
            </a:extLst>
          </p:cNvPr>
          <p:cNvSpPr/>
          <p:nvPr/>
        </p:nvSpPr>
        <p:spPr>
          <a:xfrm>
            <a:off x="6229630" y="1590489"/>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Harsh Climate made weed detection difficult</a:t>
            </a:r>
          </a:p>
        </p:txBody>
      </p:sp>
      <p:sp>
        <p:nvSpPr>
          <p:cNvPr id="11" name="Rectangle: Rounded Corners 10">
            <a:extLst>
              <a:ext uri="{FF2B5EF4-FFF2-40B4-BE49-F238E27FC236}">
                <a16:creationId xmlns:a16="http://schemas.microsoft.com/office/drawing/2014/main" id="{789BD2A6-2427-7968-ADD7-45405E857C14}"/>
              </a:ext>
            </a:extLst>
          </p:cNvPr>
          <p:cNvSpPr/>
          <p:nvPr/>
        </p:nvSpPr>
        <p:spPr>
          <a:xfrm>
            <a:off x="538443" y="3773301"/>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Large Infestation area</a:t>
            </a:r>
          </a:p>
        </p:txBody>
      </p:sp>
      <p:sp>
        <p:nvSpPr>
          <p:cNvPr id="8" name="Rectangle: Rounded Corners 7">
            <a:extLst>
              <a:ext uri="{FF2B5EF4-FFF2-40B4-BE49-F238E27FC236}">
                <a16:creationId xmlns:a16="http://schemas.microsoft.com/office/drawing/2014/main" id="{F4B6A3BA-23F6-5E89-20D5-7C8B6605CB0A}"/>
              </a:ext>
            </a:extLst>
          </p:cNvPr>
          <p:cNvSpPr/>
          <p:nvPr/>
        </p:nvSpPr>
        <p:spPr>
          <a:xfrm>
            <a:off x="562256" y="1590490"/>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chemeClr val="tx1"/>
                </a:solidFill>
                <a:ea typeface="Calibri"/>
                <a:cs typeface="Calibri"/>
              </a:rPr>
              <a:t>Wet Season makes road impassable</a:t>
            </a:r>
            <a:endParaRPr lang="en-US" sz="1400">
              <a:ea typeface="Calibri"/>
              <a:cs typeface="Calibri"/>
            </a:endParaRPr>
          </a:p>
        </p:txBody>
      </p:sp>
      <p:sp>
        <p:nvSpPr>
          <p:cNvPr id="4" name="Footer Placeholder 3">
            <a:extLst>
              <a:ext uri="{FF2B5EF4-FFF2-40B4-BE49-F238E27FC236}">
                <a16:creationId xmlns:a16="http://schemas.microsoft.com/office/drawing/2014/main" id="{4BC90B61-CB77-64EF-B326-9D48FFB99A5F}"/>
              </a:ext>
            </a:extLst>
          </p:cNvPr>
          <p:cNvSpPr>
            <a:spLocks noGrp="1"/>
          </p:cNvSpPr>
          <p:nvPr>
            <p:ph type="ftr" sz="quarter" idx="11"/>
          </p:nvPr>
        </p:nvSpPr>
        <p:spPr/>
        <p:txBody>
          <a:bodyPr/>
          <a:lstStyle/>
          <a:p>
            <a:r>
              <a:rPr lang="en-US">
                <a:latin typeface="Aptos"/>
                <a:cs typeface="Arial"/>
              </a:rPr>
              <a:t>Design Requirements | Fatih Putranda Lesmana</a:t>
            </a:r>
            <a:endParaRPr lang="en-US"/>
          </a:p>
        </p:txBody>
      </p:sp>
      <p:sp>
        <p:nvSpPr>
          <p:cNvPr id="20" name="TextBox 19">
            <a:extLst>
              <a:ext uri="{FF2B5EF4-FFF2-40B4-BE49-F238E27FC236}">
                <a16:creationId xmlns:a16="http://schemas.microsoft.com/office/drawing/2014/main" id="{83F5F814-70BB-BB74-2308-9B96EF606BA3}"/>
              </a:ext>
            </a:extLst>
          </p:cNvPr>
          <p:cNvSpPr txBox="1"/>
          <p:nvPr/>
        </p:nvSpPr>
        <p:spPr>
          <a:xfrm>
            <a:off x="538846" y="1669966"/>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24" name="TextBox 23">
            <a:extLst>
              <a:ext uri="{FF2B5EF4-FFF2-40B4-BE49-F238E27FC236}">
                <a16:creationId xmlns:a16="http://schemas.microsoft.com/office/drawing/2014/main" id="{DFB2E24F-0818-B11E-897F-A0A929CF9500}"/>
              </a:ext>
            </a:extLst>
          </p:cNvPr>
          <p:cNvSpPr txBox="1"/>
          <p:nvPr/>
        </p:nvSpPr>
        <p:spPr>
          <a:xfrm>
            <a:off x="6222095" y="1669965"/>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26" name="TextBox 25">
            <a:extLst>
              <a:ext uri="{FF2B5EF4-FFF2-40B4-BE49-F238E27FC236}">
                <a16:creationId xmlns:a16="http://schemas.microsoft.com/office/drawing/2014/main" id="{AC8BA93A-8AE4-5DEE-8018-6BBFC8029D9D}"/>
              </a:ext>
            </a:extLst>
          </p:cNvPr>
          <p:cNvSpPr txBox="1"/>
          <p:nvPr/>
        </p:nvSpPr>
        <p:spPr>
          <a:xfrm>
            <a:off x="554719" y="3836903"/>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28" name="TextBox 27">
            <a:extLst>
              <a:ext uri="{FF2B5EF4-FFF2-40B4-BE49-F238E27FC236}">
                <a16:creationId xmlns:a16="http://schemas.microsoft.com/office/drawing/2014/main" id="{2193CCB4-15A8-90AF-C1AD-F1E127AD181A}"/>
              </a:ext>
            </a:extLst>
          </p:cNvPr>
          <p:cNvSpPr txBox="1"/>
          <p:nvPr/>
        </p:nvSpPr>
        <p:spPr>
          <a:xfrm>
            <a:off x="6230032" y="3852778"/>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30" name="TextBox 29">
            <a:extLst>
              <a:ext uri="{FF2B5EF4-FFF2-40B4-BE49-F238E27FC236}">
                <a16:creationId xmlns:a16="http://schemas.microsoft.com/office/drawing/2014/main" id="{C1DE64E4-7A62-18B8-F6B5-2A814FE35C47}"/>
              </a:ext>
            </a:extLst>
          </p:cNvPr>
          <p:cNvSpPr txBox="1"/>
          <p:nvPr/>
        </p:nvSpPr>
        <p:spPr>
          <a:xfrm>
            <a:off x="562657" y="4844965"/>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a:t>
            </a:r>
            <a:r>
              <a:rPr lang="en-US" sz="1000" b="1">
                <a:solidFill>
                  <a:schemeClr val="bg1"/>
                </a:solidFill>
              </a:rPr>
              <a:t> SOLUTION</a:t>
            </a:r>
            <a:endParaRPr lang="en-US" sz="1000">
              <a:solidFill>
                <a:schemeClr val="bg1"/>
              </a:solidFill>
            </a:endParaRPr>
          </a:p>
        </p:txBody>
      </p:sp>
      <p:sp>
        <p:nvSpPr>
          <p:cNvPr id="32" name="TextBox 31">
            <a:extLst>
              <a:ext uri="{FF2B5EF4-FFF2-40B4-BE49-F238E27FC236}">
                <a16:creationId xmlns:a16="http://schemas.microsoft.com/office/drawing/2014/main" id="{9762E8CE-B98A-47DC-AEAF-8850F6FDEC76}"/>
              </a:ext>
            </a:extLst>
          </p:cNvPr>
          <p:cNvSpPr txBox="1"/>
          <p:nvPr/>
        </p:nvSpPr>
        <p:spPr>
          <a:xfrm>
            <a:off x="6222094" y="4852903"/>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a:t>
            </a:r>
            <a:r>
              <a:rPr lang="en-US" sz="1000" b="1">
                <a:solidFill>
                  <a:schemeClr val="bg1"/>
                </a:solidFill>
              </a:rPr>
              <a:t> SOLUTION</a:t>
            </a:r>
            <a:endParaRPr lang="en-US" sz="1000">
              <a:solidFill>
                <a:schemeClr val="bg1"/>
              </a:solidFill>
            </a:endParaRPr>
          </a:p>
        </p:txBody>
      </p:sp>
      <p:sp>
        <p:nvSpPr>
          <p:cNvPr id="34" name="TextBox 33">
            <a:extLst>
              <a:ext uri="{FF2B5EF4-FFF2-40B4-BE49-F238E27FC236}">
                <a16:creationId xmlns:a16="http://schemas.microsoft.com/office/drawing/2014/main" id="{C2179BF5-2831-8503-95CD-3523FED505F8}"/>
              </a:ext>
            </a:extLst>
          </p:cNvPr>
          <p:cNvSpPr txBox="1"/>
          <p:nvPr/>
        </p:nvSpPr>
        <p:spPr>
          <a:xfrm>
            <a:off x="554719" y="2693903"/>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 SOLUTION</a:t>
            </a:r>
            <a:endParaRPr lang="en-US" b="1">
              <a:solidFill>
                <a:schemeClr val="bg1"/>
              </a:solidFill>
            </a:endParaRPr>
          </a:p>
        </p:txBody>
      </p:sp>
      <p:sp>
        <p:nvSpPr>
          <p:cNvPr id="36" name="TextBox 35">
            <a:extLst>
              <a:ext uri="{FF2B5EF4-FFF2-40B4-BE49-F238E27FC236}">
                <a16:creationId xmlns:a16="http://schemas.microsoft.com/office/drawing/2014/main" id="{A545B9F3-B7D3-7345-4D3B-6A0BEE0B4C1D}"/>
              </a:ext>
            </a:extLst>
          </p:cNvPr>
          <p:cNvSpPr txBox="1"/>
          <p:nvPr/>
        </p:nvSpPr>
        <p:spPr>
          <a:xfrm>
            <a:off x="6222094" y="2693903"/>
            <a:ext cx="18146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a:t>
            </a:r>
            <a:r>
              <a:rPr lang="en-US" sz="1000" b="1">
                <a:solidFill>
                  <a:schemeClr val="bg1"/>
                </a:solidFill>
              </a:rPr>
              <a:t> SOLUTION</a:t>
            </a:r>
            <a:endParaRPr lang="en-US" sz="1000">
              <a:solidFill>
                <a:schemeClr val="bg1"/>
              </a:solidFill>
            </a:endParaRPr>
          </a:p>
          <a:p>
            <a:endParaRPr lang="en-US" sz="1000">
              <a:solidFill>
                <a:schemeClr val="bg1"/>
              </a:solidFill>
            </a:endParaRPr>
          </a:p>
        </p:txBody>
      </p:sp>
      <p:sp>
        <p:nvSpPr>
          <p:cNvPr id="5" name="TextBox 4">
            <a:extLst>
              <a:ext uri="{FF2B5EF4-FFF2-40B4-BE49-F238E27FC236}">
                <a16:creationId xmlns:a16="http://schemas.microsoft.com/office/drawing/2014/main" id="{E73460D7-AAA2-EE59-60AE-C57D8D45ED2F}"/>
              </a:ext>
            </a:extLst>
          </p:cNvPr>
          <p:cNvSpPr txBox="1"/>
          <p:nvPr/>
        </p:nvSpPr>
        <p:spPr>
          <a:xfrm>
            <a:off x="537037" y="681516"/>
            <a:ext cx="6386317"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D" sz="1400">
                <a:solidFill>
                  <a:schemeClr val="bg2">
                    <a:lumMod val="49000"/>
                  </a:schemeClr>
                </a:solidFill>
                <a:ea typeface="+mn-lt"/>
                <a:cs typeface="+mn-lt"/>
              </a:rPr>
              <a:t>Our design criteria were developed from the environmental conditions and operational needs of the Lama </a:t>
            </a:r>
            <a:r>
              <a:rPr lang="en-ID" sz="1400" err="1">
                <a:solidFill>
                  <a:schemeClr val="bg2">
                    <a:lumMod val="49000"/>
                  </a:schemeClr>
                </a:solidFill>
                <a:ea typeface="+mn-lt"/>
                <a:cs typeface="+mn-lt"/>
              </a:rPr>
              <a:t>Lama</a:t>
            </a:r>
            <a:r>
              <a:rPr lang="en-ID" sz="1400">
                <a:solidFill>
                  <a:schemeClr val="bg2">
                    <a:lumMod val="49000"/>
                  </a:schemeClr>
                </a:solidFill>
                <a:ea typeface="+mn-lt"/>
                <a:cs typeface="+mn-lt"/>
              </a:rPr>
              <a:t> Ranger Program.</a:t>
            </a:r>
            <a:endParaRPr lang="en-US" sz="1400">
              <a:solidFill>
                <a:schemeClr val="bg2">
                  <a:lumMod val="49000"/>
                </a:schemeClr>
              </a:solidFill>
              <a:ea typeface="+mn-lt"/>
              <a:cs typeface="+mn-lt"/>
            </a:endParaRPr>
          </a:p>
          <a:p>
            <a:endParaRPr lang="en-US">
              <a:solidFill>
                <a:schemeClr val="bg2">
                  <a:lumMod val="49000"/>
                </a:schemeClr>
              </a:solidFill>
            </a:endParaRPr>
          </a:p>
        </p:txBody>
      </p:sp>
      <p:sp>
        <p:nvSpPr>
          <p:cNvPr id="2" name="TextBox 1">
            <a:extLst>
              <a:ext uri="{FF2B5EF4-FFF2-40B4-BE49-F238E27FC236}">
                <a16:creationId xmlns:a16="http://schemas.microsoft.com/office/drawing/2014/main" id="{27C9AA24-5B65-96AB-FD0D-023F14378CDD}"/>
              </a:ext>
            </a:extLst>
          </p:cNvPr>
          <p:cNvSpPr txBox="1"/>
          <p:nvPr/>
        </p:nvSpPr>
        <p:spPr>
          <a:xfrm>
            <a:off x="335502" y="6110128"/>
            <a:ext cx="148444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ID" sz="1000">
                <a:solidFill>
                  <a:schemeClr val="bg1">
                    <a:lumMod val="50000"/>
                  </a:schemeClr>
                </a:solidFill>
              </a:rPr>
              <a:t>(EWB, 2026)</a:t>
            </a:r>
            <a:endParaRPr lang="en-US" sz="1000">
              <a:solidFill>
                <a:schemeClr val="bg1">
                  <a:lumMod val="50000"/>
                </a:schemeClr>
              </a:solidFill>
            </a:endParaRPr>
          </a:p>
        </p:txBody>
      </p:sp>
      <p:sp>
        <p:nvSpPr>
          <p:cNvPr id="3" name="TextBox 2">
            <a:extLst>
              <a:ext uri="{FF2B5EF4-FFF2-40B4-BE49-F238E27FC236}">
                <a16:creationId xmlns:a16="http://schemas.microsoft.com/office/drawing/2014/main" id="{0212E991-3BE8-A9F7-1402-E85E8C4E4594}"/>
              </a:ext>
            </a:extLst>
          </p:cNvPr>
          <p:cNvSpPr txBox="1"/>
          <p:nvPr/>
        </p:nvSpPr>
        <p:spPr>
          <a:xfrm>
            <a:off x="537037" y="5765222"/>
            <a:ext cx="820551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D" sz="1000" i="1">
                <a:solidFill>
                  <a:schemeClr val="bg1">
                    <a:lumMod val="50000"/>
                  </a:schemeClr>
                </a:solidFill>
              </a:rPr>
              <a:t>Note. </a:t>
            </a:r>
            <a:r>
              <a:rPr lang="en-ID" sz="1000">
                <a:solidFill>
                  <a:schemeClr val="bg1">
                    <a:lumMod val="50000"/>
                  </a:schemeClr>
                </a:solidFill>
              </a:rPr>
              <a:t>Challenges are informed by EWB (2026); design requirements are team-developed.</a:t>
            </a:r>
            <a:endParaRPr lang="en-US" sz="1000">
              <a:solidFill>
                <a:schemeClr val="bg1">
                  <a:lumMod val="50000"/>
                </a:schemeClr>
              </a:solidFill>
            </a:endParaRPr>
          </a:p>
        </p:txBody>
      </p:sp>
    </p:spTree>
    <p:extLst>
      <p:ext uri="{BB962C8B-B14F-4D97-AF65-F5344CB8AC3E}">
        <p14:creationId xmlns:p14="http://schemas.microsoft.com/office/powerpoint/2010/main" val="22629568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9" presetClass="entr" presetSubtype="0" fill="hold" grpId="0" nodeType="with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dissolve">
                                      <p:cBhvr>
                                        <p:cTn id="4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2" grpId="0" animBg="1"/>
      <p:bldP spid="30" grpId="0"/>
      <p:bldP spid="32" grpId="0"/>
      <p:bldP spid="34" grpId="0"/>
      <p:bldP spid="36"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CACF97-7C7C-ABB0-9869-71E2AAE336DD}"/>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0C2E58FD-2FD5-676F-20C5-10F31A23B2AA}"/>
              </a:ext>
            </a:extLst>
          </p:cNvPr>
          <p:cNvSpPr/>
          <p:nvPr/>
        </p:nvSpPr>
        <p:spPr>
          <a:xfrm>
            <a:off x="516978" y="2673231"/>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Easy to use</a:t>
            </a:r>
          </a:p>
        </p:txBody>
      </p:sp>
      <p:sp>
        <p:nvSpPr>
          <p:cNvPr id="17" name="Rectangle: Rounded Corners 16">
            <a:extLst>
              <a:ext uri="{FF2B5EF4-FFF2-40B4-BE49-F238E27FC236}">
                <a16:creationId xmlns:a16="http://schemas.microsoft.com/office/drawing/2014/main" id="{B55E8C7C-6057-D104-4471-C949E9E5692F}"/>
              </a:ext>
            </a:extLst>
          </p:cNvPr>
          <p:cNvSpPr/>
          <p:nvPr/>
        </p:nvSpPr>
        <p:spPr>
          <a:xfrm>
            <a:off x="6176416" y="4840169"/>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A smart decision based suggestion system</a:t>
            </a:r>
          </a:p>
        </p:txBody>
      </p:sp>
      <p:sp>
        <p:nvSpPr>
          <p:cNvPr id="18" name="Rectangle: Rounded Corners 17">
            <a:extLst>
              <a:ext uri="{FF2B5EF4-FFF2-40B4-BE49-F238E27FC236}">
                <a16:creationId xmlns:a16="http://schemas.microsoft.com/office/drawing/2014/main" id="{749169AD-A8DD-272E-6EC5-8918B72F3EAE}"/>
              </a:ext>
            </a:extLst>
          </p:cNvPr>
          <p:cNvSpPr/>
          <p:nvPr/>
        </p:nvSpPr>
        <p:spPr>
          <a:xfrm>
            <a:off x="516978" y="4840168"/>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Use easy replaceable components</a:t>
            </a:r>
          </a:p>
        </p:txBody>
      </p:sp>
      <p:sp>
        <p:nvSpPr>
          <p:cNvPr id="19" name="Rectangle: Rounded Corners 18">
            <a:extLst>
              <a:ext uri="{FF2B5EF4-FFF2-40B4-BE49-F238E27FC236}">
                <a16:creationId xmlns:a16="http://schemas.microsoft.com/office/drawing/2014/main" id="{30AC4114-6124-9148-F891-3A2E005C9037}"/>
              </a:ext>
            </a:extLst>
          </p:cNvPr>
          <p:cNvSpPr/>
          <p:nvPr/>
        </p:nvSpPr>
        <p:spPr>
          <a:xfrm>
            <a:off x="6176416" y="2673230"/>
            <a:ext cx="5314708" cy="925974"/>
          </a:xfrm>
          <a:prstGeom prst="roundRect">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bg1"/>
                </a:solidFill>
                <a:ea typeface="Calibri"/>
                <a:cs typeface="Calibri"/>
              </a:rPr>
              <a:t>Requires minimal training</a:t>
            </a:r>
          </a:p>
        </p:txBody>
      </p:sp>
      <p:sp>
        <p:nvSpPr>
          <p:cNvPr id="6" name="Rectangle: Rounded Corners 5">
            <a:extLst>
              <a:ext uri="{FF2B5EF4-FFF2-40B4-BE49-F238E27FC236}">
                <a16:creationId xmlns:a16="http://schemas.microsoft.com/office/drawing/2014/main" id="{A9DBBE4F-EF84-8227-1B73-2F644F008CE5}"/>
              </a:ext>
            </a:extLst>
          </p:cNvPr>
          <p:cNvSpPr/>
          <p:nvPr/>
        </p:nvSpPr>
        <p:spPr>
          <a:xfrm>
            <a:off x="6176416" y="3808294"/>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Weed management is difficult to compare to plan for next treatment</a:t>
            </a:r>
          </a:p>
        </p:txBody>
      </p:sp>
      <p:sp>
        <p:nvSpPr>
          <p:cNvPr id="8" name="Rectangle: Rounded Corners 7">
            <a:extLst>
              <a:ext uri="{FF2B5EF4-FFF2-40B4-BE49-F238E27FC236}">
                <a16:creationId xmlns:a16="http://schemas.microsoft.com/office/drawing/2014/main" id="{459E4DCB-A4C7-3E1D-7DBC-2B4EB6F2BF8F}"/>
              </a:ext>
            </a:extLst>
          </p:cNvPr>
          <p:cNvSpPr/>
          <p:nvPr/>
        </p:nvSpPr>
        <p:spPr>
          <a:xfrm>
            <a:off x="501103" y="1641356"/>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Difficulties finding a technical expert</a:t>
            </a:r>
          </a:p>
        </p:txBody>
      </p:sp>
      <p:sp>
        <p:nvSpPr>
          <p:cNvPr id="10" name="Rectangle: Rounded Corners 9">
            <a:extLst>
              <a:ext uri="{FF2B5EF4-FFF2-40B4-BE49-F238E27FC236}">
                <a16:creationId xmlns:a16="http://schemas.microsoft.com/office/drawing/2014/main" id="{7C32B16A-6983-865C-242B-2BBBA6FF331E}"/>
              </a:ext>
            </a:extLst>
          </p:cNvPr>
          <p:cNvSpPr/>
          <p:nvPr/>
        </p:nvSpPr>
        <p:spPr>
          <a:xfrm>
            <a:off x="6178003" y="1642944"/>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Rangers are seasonal</a:t>
            </a:r>
          </a:p>
        </p:txBody>
      </p:sp>
      <p:sp>
        <p:nvSpPr>
          <p:cNvPr id="12" name="Rectangle: Rounded Corners 11">
            <a:extLst>
              <a:ext uri="{FF2B5EF4-FFF2-40B4-BE49-F238E27FC236}">
                <a16:creationId xmlns:a16="http://schemas.microsoft.com/office/drawing/2014/main" id="{78D05437-FB08-0946-60F0-A714FCEDBB91}"/>
              </a:ext>
            </a:extLst>
          </p:cNvPr>
          <p:cNvSpPr/>
          <p:nvPr/>
        </p:nvSpPr>
        <p:spPr>
          <a:xfrm>
            <a:off x="496341" y="3803531"/>
            <a:ext cx="5314708" cy="92597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a:solidFill>
                  <a:schemeClr val="tx1"/>
                </a:solidFill>
                <a:ea typeface="Calibri"/>
                <a:cs typeface="Calibri"/>
              </a:rPr>
              <a:t>Maintenance barrier</a:t>
            </a:r>
          </a:p>
        </p:txBody>
      </p:sp>
      <p:sp>
        <p:nvSpPr>
          <p:cNvPr id="4" name="Footer Placeholder 3">
            <a:extLst>
              <a:ext uri="{FF2B5EF4-FFF2-40B4-BE49-F238E27FC236}">
                <a16:creationId xmlns:a16="http://schemas.microsoft.com/office/drawing/2014/main" id="{15A68002-2C8D-42F5-AE84-B7C62B70D034}"/>
              </a:ext>
            </a:extLst>
          </p:cNvPr>
          <p:cNvSpPr>
            <a:spLocks noGrp="1"/>
          </p:cNvSpPr>
          <p:nvPr>
            <p:ph type="ftr" sz="quarter" idx="11"/>
          </p:nvPr>
        </p:nvSpPr>
        <p:spPr/>
        <p:txBody>
          <a:bodyPr/>
          <a:lstStyle/>
          <a:p>
            <a:r>
              <a:rPr lang="en-US">
                <a:latin typeface="Aptos"/>
                <a:cs typeface="Arial"/>
              </a:rPr>
              <a:t>Design Requirements | Fatih Putranda Lesmana</a:t>
            </a:r>
            <a:endParaRPr lang="en-US"/>
          </a:p>
        </p:txBody>
      </p:sp>
      <p:sp>
        <p:nvSpPr>
          <p:cNvPr id="2" name="TextBox 1">
            <a:extLst>
              <a:ext uri="{FF2B5EF4-FFF2-40B4-BE49-F238E27FC236}">
                <a16:creationId xmlns:a16="http://schemas.microsoft.com/office/drawing/2014/main" id="{F6A86C45-7885-7AA4-6A4A-DC2CF6FCDFF6}"/>
              </a:ext>
            </a:extLst>
          </p:cNvPr>
          <p:cNvSpPr txBox="1"/>
          <p:nvPr/>
        </p:nvSpPr>
        <p:spPr>
          <a:xfrm>
            <a:off x="519709" y="638587"/>
            <a:ext cx="6386317"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D" sz="1400">
                <a:solidFill>
                  <a:schemeClr val="bg2">
                    <a:lumMod val="49000"/>
                  </a:schemeClr>
                </a:solidFill>
                <a:ea typeface="+mn-lt"/>
                <a:cs typeface="+mn-lt"/>
              </a:rPr>
              <a:t>Our design criteria were developed from the environmental conditions and operational needs of the Lama </a:t>
            </a:r>
            <a:r>
              <a:rPr lang="en-ID" sz="1400" err="1">
                <a:solidFill>
                  <a:schemeClr val="bg2">
                    <a:lumMod val="49000"/>
                  </a:schemeClr>
                </a:solidFill>
                <a:ea typeface="+mn-lt"/>
                <a:cs typeface="+mn-lt"/>
              </a:rPr>
              <a:t>Lama</a:t>
            </a:r>
            <a:r>
              <a:rPr lang="en-ID" sz="1400">
                <a:solidFill>
                  <a:schemeClr val="bg2">
                    <a:lumMod val="49000"/>
                  </a:schemeClr>
                </a:solidFill>
                <a:ea typeface="+mn-lt"/>
                <a:cs typeface="+mn-lt"/>
              </a:rPr>
              <a:t> Ranger Program.</a:t>
            </a:r>
            <a:endParaRPr lang="en-US" sz="1400">
              <a:solidFill>
                <a:schemeClr val="bg2">
                  <a:lumMod val="49000"/>
                </a:schemeClr>
              </a:solidFill>
              <a:ea typeface="+mn-lt"/>
              <a:cs typeface="+mn-lt"/>
            </a:endParaRPr>
          </a:p>
          <a:p>
            <a:endParaRPr lang="en-US">
              <a:solidFill>
                <a:schemeClr val="bg2">
                  <a:lumMod val="49000"/>
                </a:schemeClr>
              </a:solidFill>
            </a:endParaRPr>
          </a:p>
        </p:txBody>
      </p:sp>
      <p:sp>
        <p:nvSpPr>
          <p:cNvPr id="20" name="TextBox 19">
            <a:extLst>
              <a:ext uri="{FF2B5EF4-FFF2-40B4-BE49-F238E27FC236}">
                <a16:creationId xmlns:a16="http://schemas.microsoft.com/office/drawing/2014/main" id="{7B4034B7-3003-28A8-27BA-B369321494B5}"/>
              </a:ext>
            </a:extLst>
          </p:cNvPr>
          <p:cNvSpPr txBox="1"/>
          <p:nvPr/>
        </p:nvSpPr>
        <p:spPr>
          <a:xfrm>
            <a:off x="517381" y="1712895"/>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24" name="TextBox 23">
            <a:extLst>
              <a:ext uri="{FF2B5EF4-FFF2-40B4-BE49-F238E27FC236}">
                <a16:creationId xmlns:a16="http://schemas.microsoft.com/office/drawing/2014/main" id="{AB70ACBC-E554-0A71-38C3-467AD09D584E}"/>
              </a:ext>
            </a:extLst>
          </p:cNvPr>
          <p:cNvSpPr txBox="1"/>
          <p:nvPr/>
        </p:nvSpPr>
        <p:spPr>
          <a:xfrm>
            <a:off x="6200630" y="1712894"/>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26" name="TextBox 25">
            <a:extLst>
              <a:ext uri="{FF2B5EF4-FFF2-40B4-BE49-F238E27FC236}">
                <a16:creationId xmlns:a16="http://schemas.microsoft.com/office/drawing/2014/main" id="{B2B9F7A3-29E4-8F3F-E16A-C7081CDF7EEC}"/>
              </a:ext>
            </a:extLst>
          </p:cNvPr>
          <p:cNvSpPr txBox="1"/>
          <p:nvPr/>
        </p:nvSpPr>
        <p:spPr>
          <a:xfrm>
            <a:off x="533254" y="3879832"/>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28" name="TextBox 27">
            <a:extLst>
              <a:ext uri="{FF2B5EF4-FFF2-40B4-BE49-F238E27FC236}">
                <a16:creationId xmlns:a16="http://schemas.microsoft.com/office/drawing/2014/main" id="{3FADC05C-6BF2-765A-4C84-C5B4A4E2BA29}"/>
              </a:ext>
            </a:extLst>
          </p:cNvPr>
          <p:cNvSpPr txBox="1"/>
          <p:nvPr/>
        </p:nvSpPr>
        <p:spPr>
          <a:xfrm>
            <a:off x="6208567" y="3870307"/>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rgbClr val="747474"/>
                </a:solidFill>
                <a:ea typeface="+mn-lt"/>
                <a:cs typeface="+mn-lt"/>
              </a:rPr>
              <a:t>⚠</a:t>
            </a:r>
            <a:r>
              <a:rPr lang="en-US" sz="1000" b="1">
                <a:solidFill>
                  <a:srgbClr val="747474"/>
                </a:solidFill>
              </a:rPr>
              <a:t> CHALLENGE</a:t>
            </a:r>
            <a:endParaRPr lang="en-US" b="1">
              <a:solidFill>
                <a:srgbClr val="747474"/>
              </a:solidFill>
            </a:endParaRPr>
          </a:p>
        </p:txBody>
      </p:sp>
      <p:sp>
        <p:nvSpPr>
          <p:cNvPr id="30" name="TextBox 29">
            <a:extLst>
              <a:ext uri="{FF2B5EF4-FFF2-40B4-BE49-F238E27FC236}">
                <a16:creationId xmlns:a16="http://schemas.microsoft.com/office/drawing/2014/main" id="{A2E72940-7F0D-B579-6871-D267B5DBF311}"/>
              </a:ext>
            </a:extLst>
          </p:cNvPr>
          <p:cNvSpPr txBox="1"/>
          <p:nvPr/>
        </p:nvSpPr>
        <p:spPr>
          <a:xfrm>
            <a:off x="541192" y="4887894"/>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a:t>
            </a:r>
            <a:r>
              <a:rPr lang="en-US" sz="1000" b="1">
                <a:solidFill>
                  <a:schemeClr val="bg1"/>
                </a:solidFill>
              </a:rPr>
              <a:t> SOLUTION</a:t>
            </a:r>
            <a:endParaRPr lang="en-US" sz="1000">
              <a:solidFill>
                <a:schemeClr val="bg1"/>
              </a:solidFill>
            </a:endParaRPr>
          </a:p>
        </p:txBody>
      </p:sp>
      <p:sp>
        <p:nvSpPr>
          <p:cNvPr id="32" name="TextBox 31">
            <a:extLst>
              <a:ext uri="{FF2B5EF4-FFF2-40B4-BE49-F238E27FC236}">
                <a16:creationId xmlns:a16="http://schemas.microsoft.com/office/drawing/2014/main" id="{E60ABDE0-BEFD-DDE8-4F6E-6D72DF2E5BAD}"/>
              </a:ext>
            </a:extLst>
          </p:cNvPr>
          <p:cNvSpPr txBox="1"/>
          <p:nvPr/>
        </p:nvSpPr>
        <p:spPr>
          <a:xfrm>
            <a:off x="6200629" y="4895832"/>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a:t>
            </a:r>
            <a:r>
              <a:rPr lang="en-US" sz="1000" b="1">
                <a:solidFill>
                  <a:schemeClr val="bg1"/>
                </a:solidFill>
              </a:rPr>
              <a:t> SOLUTION</a:t>
            </a:r>
            <a:endParaRPr lang="en-US" sz="1000">
              <a:solidFill>
                <a:schemeClr val="bg1"/>
              </a:solidFill>
            </a:endParaRPr>
          </a:p>
        </p:txBody>
      </p:sp>
      <p:sp>
        <p:nvSpPr>
          <p:cNvPr id="34" name="TextBox 33">
            <a:extLst>
              <a:ext uri="{FF2B5EF4-FFF2-40B4-BE49-F238E27FC236}">
                <a16:creationId xmlns:a16="http://schemas.microsoft.com/office/drawing/2014/main" id="{28D0EFE3-FFB0-4EB0-5B21-62581111DD56}"/>
              </a:ext>
            </a:extLst>
          </p:cNvPr>
          <p:cNvSpPr txBox="1"/>
          <p:nvPr/>
        </p:nvSpPr>
        <p:spPr>
          <a:xfrm>
            <a:off x="533254" y="2736832"/>
            <a:ext cx="181467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 SOLUTION</a:t>
            </a:r>
            <a:endParaRPr lang="en-US" b="1">
              <a:solidFill>
                <a:schemeClr val="bg1"/>
              </a:solidFill>
            </a:endParaRPr>
          </a:p>
        </p:txBody>
      </p:sp>
      <p:sp>
        <p:nvSpPr>
          <p:cNvPr id="36" name="TextBox 35">
            <a:extLst>
              <a:ext uri="{FF2B5EF4-FFF2-40B4-BE49-F238E27FC236}">
                <a16:creationId xmlns:a16="http://schemas.microsoft.com/office/drawing/2014/main" id="{87657824-208E-3615-18DC-9DC36B06DBE5}"/>
              </a:ext>
            </a:extLst>
          </p:cNvPr>
          <p:cNvSpPr txBox="1"/>
          <p:nvPr/>
        </p:nvSpPr>
        <p:spPr>
          <a:xfrm>
            <a:off x="6200629" y="2736832"/>
            <a:ext cx="18146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solidFill>
                  <a:schemeClr val="bg1"/>
                </a:solidFill>
                <a:ea typeface="+mn-lt"/>
                <a:cs typeface="+mn-lt"/>
              </a:rPr>
              <a:t>✓ DESIGN</a:t>
            </a:r>
            <a:r>
              <a:rPr lang="en-US" sz="1000" b="1">
                <a:solidFill>
                  <a:schemeClr val="bg1"/>
                </a:solidFill>
              </a:rPr>
              <a:t> SOLUTION</a:t>
            </a:r>
            <a:endParaRPr lang="en-US" sz="1000">
              <a:solidFill>
                <a:schemeClr val="bg1"/>
              </a:solidFill>
            </a:endParaRPr>
          </a:p>
          <a:p>
            <a:endParaRPr lang="en-US" sz="1000">
              <a:solidFill>
                <a:schemeClr val="bg1"/>
              </a:solidFill>
            </a:endParaRPr>
          </a:p>
        </p:txBody>
      </p:sp>
      <p:sp>
        <p:nvSpPr>
          <p:cNvPr id="3" name="TextBox 2">
            <a:extLst>
              <a:ext uri="{FF2B5EF4-FFF2-40B4-BE49-F238E27FC236}">
                <a16:creationId xmlns:a16="http://schemas.microsoft.com/office/drawing/2014/main" id="{2BD0D736-9DAD-92D2-DBA2-E9B0EA9A3C89}"/>
              </a:ext>
            </a:extLst>
          </p:cNvPr>
          <p:cNvSpPr txBox="1"/>
          <p:nvPr/>
        </p:nvSpPr>
        <p:spPr>
          <a:xfrm>
            <a:off x="335502" y="6110128"/>
            <a:ext cx="148444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ID" sz="1000">
                <a:solidFill>
                  <a:schemeClr val="bg1">
                    <a:lumMod val="50000"/>
                  </a:schemeClr>
                </a:solidFill>
              </a:rPr>
              <a:t>(EWB, 2026)</a:t>
            </a:r>
            <a:endParaRPr lang="en-US" sz="1000">
              <a:solidFill>
                <a:schemeClr val="bg1">
                  <a:lumMod val="50000"/>
                </a:schemeClr>
              </a:solidFill>
            </a:endParaRPr>
          </a:p>
        </p:txBody>
      </p:sp>
      <p:sp>
        <p:nvSpPr>
          <p:cNvPr id="5" name="TextBox 4">
            <a:extLst>
              <a:ext uri="{FF2B5EF4-FFF2-40B4-BE49-F238E27FC236}">
                <a16:creationId xmlns:a16="http://schemas.microsoft.com/office/drawing/2014/main" id="{F940709A-F31C-E6DD-F3F7-CA82D5C39210}"/>
              </a:ext>
            </a:extLst>
          </p:cNvPr>
          <p:cNvSpPr txBox="1"/>
          <p:nvPr/>
        </p:nvSpPr>
        <p:spPr>
          <a:xfrm>
            <a:off x="537037" y="5765222"/>
            <a:ext cx="820551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D" sz="1000" i="1">
                <a:solidFill>
                  <a:schemeClr val="bg1">
                    <a:lumMod val="50000"/>
                  </a:schemeClr>
                </a:solidFill>
              </a:rPr>
              <a:t>Note. </a:t>
            </a:r>
            <a:r>
              <a:rPr lang="en-ID" sz="1000">
                <a:solidFill>
                  <a:schemeClr val="bg1">
                    <a:lumMod val="50000"/>
                  </a:schemeClr>
                </a:solidFill>
              </a:rPr>
              <a:t>Challenges are informed by EWB (2026); design requirements are team-developed.</a:t>
            </a:r>
            <a:endParaRPr lang="en-US" sz="1000">
              <a:solidFill>
                <a:schemeClr val="bg1">
                  <a:lumMod val="50000"/>
                </a:schemeClr>
              </a:solidFill>
            </a:endParaRPr>
          </a:p>
        </p:txBody>
      </p:sp>
    </p:spTree>
    <p:extLst>
      <p:ext uri="{BB962C8B-B14F-4D97-AF65-F5344CB8AC3E}">
        <p14:creationId xmlns:p14="http://schemas.microsoft.com/office/powerpoint/2010/main" val="951676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9"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dissolve">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18" grpId="0" animBg="1"/>
      <p:bldP spid="19" grpId="0" animBg="1"/>
      <p:bldP spid="30" grpId="0"/>
      <p:bldP spid="32" grpId="0"/>
      <p:bldP spid="34" grpId="0"/>
      <p:bldP spid="36"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4BEA"/>
        </a:solidFill>
        <a:effectLst/>
      </p:bgPr>
    </p:bg>
    <p:spTree>
      <p:nvGrpSpPr>
        <p:cNvPr id="1" name="">
          <a:extLst>
            <a:ext uri="{FF2B5EF4-FFF2-40B4-BE49-F238E27FC236}">
              <a16:creationId xmlns:a16="http://schemas.microsoft.com/office/drawing/2014/main" id="{A3E64F74-47B8-DF68-6706-A3BBCA5DBBF4}"/>
            </a:ext>
          </a:extLst>
        </p:cNvPr>
        <p:cNvGrpSpPr/>
        <p:nvPr/>
      </p:nvGrpSpPr>
      <p:grpSpPr>
        <a:xfrm>
          <a:off x="0" y="0"/>
          <a:ext cx="0" cy="0"/>
          <a:chOff x="0" y="0"/>
          <a:chExt cx="0" cy="0"/>
        </a:xfrm>
      </p:grpSpPr>
      <p:pic>
        <p:nvPicPr>
          <p:cNvPr id="46" name="Google Shape;75;p13">
            <a:extLst>
              <a:ext uri="{FF2B5EF4-FFF2-40B4-BE49-F238E27FC236}">
                <a16:creationId xmlns:a16="http://schemas.microsoft.com/office/drawing/2014/main" id="{97B45D93-62C3-DEFF-8CB7-2F7CCB6DC3CA}"/>
              </a:ext>
            </a:extLst>
          </p:cNvPr>
          <p:cNvPicPr preferRelativeResize="0"/>
          <p:nvPr/>
        </p:nvPicPr>
        <p:blipFill rotWithShape="1">
          <a:blip r:embed="rId3">
            <a:alphaModFix/>
          </a:blip>
          <a:srcRect/>
          <a:stretch/>
        </p:blipFill>
        <p:spPr>
          <a:xfrm>
            <a:off x="3016859" y="4588316"/>
            <a:ext cx="1407458" cy="2269684"/>
          </a:xfrm>
          <a:prstGeom prst="rect">
            <a:avLst/>
          </a:prstGeom>
          <a:noFill/>
          <a:ln>
            <a:noFill/>
          </a:ln>
        </p:spPr>
      </p:pic>
      <p:pic>
        <p:nvPicPr>
          <p:cNvPr id="45" name="Google Shape;74;p13">
            <a:extLst>
              <a:ext uri="{FF2B5EF4-FFF2-40B4-BE49-F238E27FC236}">
                <a16:creationId xmlns:a16="http://schemas.microsoft.com/office/drawing/2014/main" id="{C3CE2F9A-655C-7F70-B1B2-352A0A0FDD01}"/>
              </a:ext>
            </a:extLst>
          </p:cNvPr>
          <p:cNvPicPr preferRelativeResize="0"/>
          <p:nvPr/>
        </p:nvPicPr>
        <p:blipFill rotWithShape="1">
          <a:blip r:embed="rId4">
            <a:alphaModFix/>
          </a:blip>
          <a:srcRect/>
          <a:stretch/>
        </p:blipFill>
        <p:spPr>
          <a:xfrm>
            <a:off x="1081878" y="2100"/>
            <a:ext cx="779006" cy="2510902"/>
          </a:xfrm>
          <a:prstGeom prst="rect">
            <a:avLst/>
          </a:prstGeom>
          <a:noFill/>
          <a:ln>
            <a:noFill/>
          </a:ln>
        </p:spPr>
      </p:pic>
      <p:sp>
        <p:nvSpPr>
          <p:cNvPr id="44" name="TextBox 43">
            <a:extLst>
              <a:ext uri="{FF2B5EF4-FFF2-40B4-BE49-F238E27FC236}">
                <a16:creationId xmlns:a16="http://schemas.microsoft.com/office/drawing/2014/main" id="{BF0A8D69-285D-CA22-B683-14514E8A94C4}"/>
              </a:ext>
            </a:extLst>
          </p:cNvPr>
          <p:cNvSpPr txBox="1"/>
          <p:nvPr/>
        </p:nvSpPr>
        <p:spPr>
          <a:xfrm>
            <a:off x="5711018" y="3198350"/>
            <a:ext cx="6684125" cy="769441"/>
          </a:xfrm>
          <a:prstGeom prst="rect">
            <a:avLst/>
          </a:prstGeom>
          <a:noFill/>
        </p:spPr>
        <p:txBody>
          <a:bodyPr wrap="square" lIns="91440" tIns="45720" rIns="91440" bIns="45720" rtlCol="0" anchor="t">
            <a:spAutoFit/>
          </a:bodyPr>
          <a:lstStyle/>
          <a:p>
            <a:r>
              <a:rPr lang="en-US" sz="4400" b="1">
                <a:solidFill>
                  <a:schemeClr val="bg1"/>
                </a:solidFill>
                <a:latin typeface="Aptos"/>
                <a:cs typeface="Arial"/>
              </a:rPr>
              <a:t>Design Solution</a:t>
            </a:r>
            <a:endParaRPr lang="en-US" sz="4400" b="1">
              <a:solidFill>
                <a:schemeClr val="bg1"/>
              </a:solidFill>
              <a:latin typeface="Aptos" panose="020B0004020202020204" pitchFamily="34" charset="0"/>
              <a:cs typeface="Arial" panose="020B0604020202020204" pitchFamily="34" charset="0"/>
            </a:endParaRPr>
          </a:p>
        </p:txBody>
      </p:sp>
      <p:sp>
        <p:nvSpPr>
          <p:cNvPr id="2" name="Rectangle 22">
            <a:extLst>
              <a:ext uri="{FF2B5EF4-FFF2-40B4-BE49-F238E27FC236}">
                <a16:creationId xmlns:a16="http://schemas.microsoft.com/office/drawing/2014/main" id="{E37AA01D-8081-1BD8-000A-7FF515C33512}"/>
              </a:ext>
            </a:extLst>
          </p:cNvPr>
          <p:cNvSpPr/>
          <p:nvPr/>
        </p:nvSpPr>
        <p:spPr>
          <a:xfrm>
            <a:off x="506891" y="1286229"/>
            <a:ext cx="4542115" cy="4474327"/>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 name="connsiteX0" fmla="*/ 0 w 10000"/>
              <a:gd name="connsiteY0" fmla="*/ 7027 h 12027"/>
              <a:gd name="connsiteX1" fmla="*/ 4371 w 10000"/>
              <a:gd name="connsiteY1" fmla="*/ 0 h 12027"/>
              <a:gd name="connsiteX2" fmla="*/ 8000 w 10000"/>
              <a:gd name="connsiteY2" fmla="*/ 2027 h 12027"/>
              <a:gd name="connsiteX3" fmla="*/ 10000 w 10000"/>
              <a:gd name="connsiteY3" fmla="*/ 7027 h 12027"/>
              <a:gd name="connsiteX4" fmla="*/ 8000 w 10000"/>
              <a:gd name="connsiteY4" fmla="*/ 12027 h 12027"/>
              <a:gd name="connsiteX5" fmla="*/ 2000 w 10000"/>
              <a:gd name="connsiteY5" fmla="*/ 12027 h 12027"/>
              <a:gd name="connsiteX6" fmla="*/ 0 w 10000"/>
              <a:gd name="connsiteY6" fmla="*/ 7027 h 12027"/>
              <a:gd name="connsiteX0" fmla="*/ 0 w 10552"/>
              <a:gd name="connsiteY0" fmla="*/ 5254 h 12027"/>
              <a:gd name="connsiteX1" fmla="*/ 4923 w 10552"/>
              <a:gd name="connsiteY1" fmla="*/ 0 h 12027"/>
              <a:gd name="connsiteX2" fmla="*/ 8552 w 10552"/>
              <a:gd name="connsiteY2" fmla="*/ 2027 h 12027"/>
              <a:gd name="connsiteX3" fmla="*/ 10552 w 10552"/>
              <a:gd name="connsiteY3" fmla="*/ 7027 h 12027"/>
              <a:gd name="connsiteX4" fmla="*/ 8552 w 10552"/>
              <a:gd name="connsiteY4" fmla="*/ 12027 h 12027"/>
              <a:gd name="connsiteX5" fmla="*/ 2552 w 10552"/>
              <a:gd name="connsiteY5" fmla="*/ 12027 h 12027"/>
              <a:gd name="connsiteX6" fmla="*/ 0 w 10552"/>
              <a:gd name="connsiteY6" fmla="*/ 5254 h 12027"/>
              <a:gd name="connsiteX0" fmla="*/ 0 w 10552"/>
              <a:gd name="connsiteY0" fmla="*/ 5254 h 13040"/>
              <a:gd name="connsiteX1" fmla="*/ 4923 w 10552"/>
              <a:gd name="connsiteY1" fmla="*/ 0 h 13040"/>
              <a:gd name="connsiteX2" fmla="*/ 8552 w 10552"/>
              <a:gd name="connsiteY2" fmla="*/ 2027 h 13040"/>
              <a:gd name="connsiteX3" fmla="*/ 10552 w 10552"/>
              <a:gd name="connsiteY3" fmla="*/ 7027 h 13040"/>
              <a:gd name="connsiteX4" fmla="*/ 8552 w 10552"/>
              <a:gd name="connsiteY4" fmla="*/ 12027 h 13040"/>
              <a:gd name="connsiteX5" fmla="*/ 2682 w 10552"/>
              <a:gd name="connsiteY5" fmla="*/ 13040 h 13040"/>
              <a:gd name="connsiteX6" fmla="*/ 0 w 10552"/>
              <a:gd name="connsiteY6" fmla="*/ 5254 h 13040"/>
              <a:gd name="connsiteX0" fmla="*/ 0 w 10552"/>
              <a:gd name="connsiteY0" fmla="*/ 5254 h 14864"/>
              <a:gd name="connsiteX1" fmla="*/ 4923 w 10552"/>
              <a:gd name="connsiteY1" fmla="*/ 0 h 14864"/>
              <a:gd name="connsiteX2" fmla="*/ 8552 w 10552"/>
              <a:gd name="connsiteY2" fmla="*/ 2027 h 14864"/>
              <a:gd name="connsiteX3" fmla="*/ 10552 w 10552"/>
              <a:gd name="connsiteY3" fmla="*/ 7027 h 14864"/>
              <a:gd name="connsiteX4" fmla="*/ 5012 w 10552"/>
              <a:gd name="connsiteY4" fmla="*/ 14864 h 14864"/>
              <a:gd name="connsiteX5" fmla="*/ 2682 w 10552"/>
              <a:gd name="connsiteY5" fmla="*/ 13040 h 14864"/>
              <a:gd name="connsiteX6" fmla="*/ 0 w 10552"/>
              <a:gd name="connsiteY6" fmla="*/ 5254 h 14864"/>
              <a:gd name="connsiteX0" fmla="*/ 0 w 9870"/>
              <a:gd name="connsiteY0" fmla="*/ 5254 h 14864"/>
              <a:gd name="connsiteX1" fmla="*/ 4923 w 9870"/>
              <a:gd name="connsiteY1" fmla="*/ 0 h 14864"/>
              <a:gd name="connsiteX2" fmla="*/ 8552 w 9870"/>
              <a:gd name="connsiteY2" fmla="*/ 2027 h 14864"/>
              <a:gd name="connsiteX3" fmla="*/ 9870 w 9870"/>
              <a:gd name="connsiteY3" fmla="*/ 10016 h 14864"/>
              <a:gd name="connsiteX4" fmla="*/ 5012 w 9870"/>
              <a:gd name="connsiteY4" fmla="*/ 14864 h 14864"/>
              <a:gd name="connsiteX5" fmla="*/ 2682 w 9870"/>
              <a:gd name="connsiteY5" fmla="*/ 13040 h 14864"/>
              <a:gd name="connsiteX6" fmla="*/ 0 w 9870"/>
              <a:gd name="connsiteY6" fmla="*/ 5254 h 14864"/>
              <a:gd name="connsiteX0" fmla="*/ 0 w 10000"/>
              <a:gd name="connsiteY0" fmla="*/ 3535 h 10000"/>
              <a:gd name="connsiteX1" fmla="*/ 4988 w 10000"/>
              <a:gd name="connsiteY1" fmla="*/ 0 h 10000"/>
              <a:gd name="connsiteX2" fmla="*/ 8204 w 10000"/>
              <a:gd name="connsiteY2" fmla="*/ 1807 h 10000"/>
              <a:gd name="connsiteX3" fmla="*/ 10000 w 10000"/>
              <a:gd name="connsiteY3" fmla="*/ 6738 h 10000"/>
              <a:gd name="connsiteX4" fmla="*/ 5078 w 10000"/>
              <a:gd name="connsiteY4" fmla="*/ 10000 h 10000"/>
              <a:gd name="connsiteX5" fmla="*/ 2717 w 10000"/>
              <a:gd name="connsiteY5" fmla="*/ 8773 h 10000"/>
              <a:gd name="connsiteX6" fmla="*/ 0 w 10000"/>
              <a:gd name="connsiteY6" fmla="*/ 3535 h 10000"/>
              <a:gd name="connsiteX0" fmla="*/ 0 w 10000"/>
              <a:gd name="connsiteY0" fmla="*/ 3535 h 10205"/>
              <a:gd name="connsiteX1" fmla="*/ 4988 w 10000"/>
              <a:gd name="connsiteY1" fmla="*/ 0 h 10205"/>
              <a:gd name="connsiteX2" fmla="*/ 8204 w 10000"/>
              <a:gd name="connsiteY2" fmla="*/ 1807 h 10205"/>
              <a:gd name="connsiteX3" fmla="*/ 10000 w 10000"/>
              <a:gd name="connsiteY3" fmla="*/ 6738 h 10205"/>
              <a:gd name="connsiteX4" fmla="*/ 5111 w 10000"/>
              <a:gd name="connsiteY4" fmla="*/ 10205 h 10205"/>
              <a:gd name="connsiteX5" fmla="*/ 2717 w 10000"/>
              <a:gd name="connsiteY5" fmla="*/ 8773 h 10205"/>
              <a:gd name="connsiteX6" fmla="*/ 0 w 10000"/>
              <a:gd name="connsiteY6" fmla="*/ 3535 h 1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205">
                <a:moveTo>
                  <a:pt x="0" y="3535"/>
                </a:moveTo>
                <a:lnTo>
                  <a:pt x="4988" y="0"/>
                </a:lnTo>
                <a:lnTo>
                  <a:pt x="8204" y="1807"/>
                </a:lnTo>
                <a:lnTo>
                  <a:pt x="10000" y="6738"/>
                </a:lnTo>
                <a:lnTo>
                  <a:pt x="5111" y="10205"/>
                </a:lnTo>
                <a:lnTo>
                  <a:pt x="2717" y="8773"/>
                </a:lnTo>
                <a:lnTo>
                  <a:pt x="0" y="3535"/>
                </a:lnTo>
                <a:close/>
              </a:path>
            </a:pathLst>
          </a:custGeom>
          <a:blipFill>
            <a:blip r:embed="rId5"/>
            <a:stretch>
              <a:fillRect l="-30248" t="-6348" r="-33739" b="-212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B51968F0-9FD4-4310-AE66-37EC3D924D2E}"/>
              </a:ext>
            </a:extLst>
          </p:cNvPr>
          <p:cNvGrpSpPr/>
          <p:nvPr/>
        </p:nvGrpSpPr>
        <p:grpSpPr>
          <a:xfrm>
            <a:off x="3932237" y="2513002"/>
            <a:ext cx="1501739" cy="1397763"/>
            <a:chOff x="470037" y="1625058"/>
            <a:chExt cx="833671" cy="775950"/>
          </a:xfrm>
        </p:grpSpPr>
        <p:sp>
          <p:nvSpPr>
            <p:cNvPr id="20" name="Google Shape;1119;p48">
              <a:extLst>
                <a:ext uri="{FF2B5EF4-FFF2-40B4-BE49-F238E27FC236}">
                  <a16:creationId xmlns:a16="http://schemas.microsoft.com/office/drawing/2014/main" id="{00D0D298-F5F4-DC78-E366-421C8E74F243}"/>
                </a:ext>
              </a:extLst>
            </p:cNvPr>
            <p:cNvSpPr/>
            <p:nvPr/>
          </p:nvSpPr>
          <p:spPr>
            <a:xfrm rot="10800000">
              <a:off x="470037" y="1625058"/>
              <a:ext cx="833671" cy="775950"/>
            </a:xfrm>
            <a:custGeom>
              <a:avLst/>
              <a:gdLst/>
              <a:ahLst/>
              <a:cxnLst/>
              <a:rect l="l" t="t" r="r" b="b"/>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21" name="TextBox 20">
              <a:extLst>
                <a:ext uri="{FF2B5EF4-FFF2-40B4-BE49-F238E27FC236}">
                  <a16:creationId xmlns:a16="http://schemas.microsoft.com/office/drawing/2014/main" id="{C3F19F0C-C788-0761-C5A2-9FBD2F411A83}"/>
                </a:ext>
              </a:extLst>
            </p:cNvPr>
            <p:cNvSpPr txBox="1"/>
            <p:nvPr/>
          </p:nvSpPr>
          <p:spPr>
            <a:xfrm>
              <a:off x="623833" y="1833110"/>
              <a:ext cx="536666" cy="392974"/>
            </a:xfrm>
            <a:prstGeom prst="rect">
              <a:avLst/>
            </a:prstGeom>
            <a:noFill/>
          </p:spPr>
          <p:txBody>
            <a:bodyPr wrap="square" rtlCol="0">
              <a:spAutoFit/>
            </a:bodyPr>
            <a:lstStyle/>
            <a:p>
              <a:pPr algn="ctr"/>
              <a:r>
                <a:rPr lang="en-US" sz="4000" b="1">
                  <a:solidFill>
                    <a:schemeClr val="bg1"/>
                  </a:solidFill>
                  <a:latin typeface="Aptos" panose="020B0004020202020204" pitchFamily="34" charset="0"/>
                  <a:cs typeface="Arial" panose="020B0604020202020204" pitchFamily="34" charset="0"/>
                </a:rPr>
                <a:t>03</a:t>
              </a:r>
            </a:p>
          </p:txBody>
        </p:sp>
      </p:grpSp>
      <p:sp>
        <p:nvSpPr>
          <p:cNvPr id="3" name="TextBox 2">
            <a:extLst>
              <a:ext uri="{FF2B5EF4-FFF2-40B4-BE49-F238E27FC236}">
                <a16:creationId xmlns:a16="http://schemas.microsoft.com/office/drawing/2014/main" id="{A2B850C5-0C7D-5C42-2B2F-DA57477D6737}"/>
              </a:ext>
            </a:extLst>
          </p:cNvPr>
          <p:cNvSpPr txBox="1"/>
          <p:nvPr/>
        </p:nvSpPr>
        <p:spPr>
          <a:xfrm>
            <a:off x="3491399" y="1077406"/>
            <a:ext cx="667170" cy="246221"/>
          </a:xfrm>
          <a:prstGeom prst="rect">
            <a:avLst/>
          </a:prstGeom>
          <a:noFill/>
        </p:spPr>
        <p:txBody>
          <a:bodyPr wrap="square" rtlCol="0">
            <a:spAutoFit/>
          </a:bodyPr>
          <a:lstStyle/>
          <a:p>
            <a:r>
              <a:rPr lang="en-US" sz="1000" b="1">
                <a:solidFill>
                  <a:schemeClr val="bg1">
                    <a:alpha val="50090"/>
                  </a:schemeClr>
                </a:solidFill>
              </a:rPr>
              <a:t>Figure 3 </a:t>
            </a:r>
          </a:p>
        </p:txBody>
      </p:sp>
      <p:sp>
        <p:nvSpPr>
          <p:cNvPr id="4" name="TextBox 3">
            <a:extLst>
              <a:ext uri="{FF2B5EF4-FFF2-40B4-BE49-F238E27FC236}">
                <a16:creationId xmlns:a16="http://schemas.microsoft.com/office/drawing/2014/main" id="{10F3364F-A667-2833-C333-BFA7E1E5FB23}"/>
              </a:ext>
            </a:extLst>
          </p:cNvPr>
          <p:cNvSpPr txBox="1"/>
          <p:nvPr/>
        </p:nvSpPr>
        <p:spPr>
          <a:xfrm>
            <a:off x="3491400" y="1252830"/>
            <a:ext cx="1907872" cy="400110"/>
          </a:xfrm>
          <a:prstGeom prst="rect">
            <a:avLst/>
          </a:prstGeom>
          <a:noFill/>
        </p:spPr>
        <p:txBody>
          <a:bodyPr wrap="square" rtlCol="0">
            <a:spAutoFit/>
          </a:bodyPr>
          <a:lstStyle/>
          <a:p>
            <a:r>
              <a:rPr lang="en-ID" sz="1000" i="1">
                <a:solidFill>
                  <a:schemeClr val="bg1">
                    <a:alpha val="50090"/>
                  </a:schemeClr>
                </a:solidFill>
              </a:rPr>
              <a:t>Karen Liddy and Elaine Liddy, both rangers in the park</a:t>
            </a:r>
            <a:endParaRPr lang="en-US" sz="800" i="1">
              <a:solidFill>
                <a:schemeClr val="bg1">
                  <a:alpha val="50090"/>
                </a:schemeClr>
              </a:solidFill>
            </a:endParaRPr>
          </a:p>
        </p:txBody>
      </p:sp>
      <p:sp>
        <p:nvSpPr>
          <p:cNvPr id="5" name="TextBox 4">
            <a:extLst>
              <a:ext uri="{FF2B5EF4-FFF2-40B4-BE49-F238E27FC236}">
                <a16:creationId xmlns:a16="http://schemas.microsoft.com/office/drawing/2014/main" id="{68EB6CCE-97F9-98BC-7DE3-A6CDEA436735}"/>
              </a:ext>
            </a:extLst>
          </p:cNvPr>
          <p:cNvSpPr txBox="1"/>
          <p:nvPr/>
        </p:nvSpPr>
        <p:spPr>
          <a:xfrm>
            <a:off x="1746710" y="5600047"/>
            <a:ext cx="885179" cy="246221"/>
          </a:xfrm>
          <a:prstGeom prst="rect">
            <a:avLst/>
          </a:prstGeom>
          <a:noFill/>
        </p:spPr>
        <p:txBody>
          <a:bodyPr wrap="none" rtlCol="0">
            <a:spAutoFit/>
          </a:bodyPr>
          <a:lstStyle/>
          <a:p>
            <a:r>
              <a:rPr lang="en-US" sz="1000">
                <a:solidFill>
                  <a:schemeClr val="bg1">
                    <a:alpha val="50112"/>
                  </a:schemeClr>
                </a:solidFill>
              </a:rPr>
              <a:t>(Earl, 2018b)</a:t>
            </a:r>
          </a:p>
        </p:txBody>
      </p:sp>
    </p:spTree>
    <p:extLst>
      <p:ext uri="{BB962C8B-B14F-4D97-AF65-F5344CB8AC3E}">
        <p14:creationId xmlns:p14="http://schemas.microsoft.com/office/powerpoint/2010/main" val="3488013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7A749-5940-9950-5528-71B1BA8E178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25D320-3D8D-3EE1-A8C4-804BE62D72F8}"/>
              </a:ext>
            </a:extLst>
          </p:cNvPr>
          <p:cNvSpPr>
            <a:spLocks noGrp="1"/>
          </p:cNvSpPr>
          <p:nvPr>
            <p:ph type="ftr" sz="quarter" idx="11"/>
          </p:nvPr>
        </p:nvSpPr>
        <p:spPr/>
        <p:txBody>
          <a:bodyPr/>
          <a:lstStyle/>
          <a:p>
            <a:r>
              <a:rPr lang="en-US"/>
              <a:t>Weighted Design Matrix | Edbert Wisely</a:t>
            </a:r>
          </a:p>
        </p:txBody>
      </p:sp>
      <p:graphicFrame>
        <p:nvGraphicFramePr>
          <p:cNvPr id="5" name="Table 4">
            <a:extLst>
              <a:ext uri="{FF2B5EF4-FFF2-40B4-BE49-F238E27FC236}">
                <a16:creationId xmlns:a16="http://schemas.microsoft.com/office/drawing/2014/main" id="{FEE0BF5E-A929-D4B9-6210-43DACD9D00BE}"/>
              </a:ext>
            </a:extLst>
          </p:cNvPr>
          <p:cNvGraphicFramePr>
            <a:graphicFrameLocks noGrp="1"/>
          </p:cNvGraphicFramePr>
          <p:nvPr>
            <p:extLst>
              <p:ext uri="{D42A27DB-BD31-4B8C-83A1-F6EECF244321}">
                <p14:modId xmlns:p14="http://schemas.microsoft.com/office/powerpoint/2010/main" val="3082722740"/>
              </p:ext>
            </p:extLst>
          </p:nvPr>
        </p:nvGraphicFramePr>
        <p:xfrm>
          <a:off x="475494" y="547039"/>
          <a:ext cx="11065443" cy="2203051"/>
        </p:xfrm>
        <a:graphic>
          <a:graphicData uri="http://schemas.openxmlformats.org/drawingml/2006/table">
            <a:tbl>
              <a:tblPr firstRow="1" bandRow="1">
                <a:tableStyleId>{5C22544A-7EE6-4342-B048-85BDC9FD1C3A}</a:tableStyleId>
              </a:tblPr>
              <a:tblGrid>
                <a:gridCol w="2277716">
                  <a:extLst>
                    <a:ext uri="{9D8B030D-6E8A-4147-A177-3AD203B41FA5}">
                      <a16:colId xmlns:a16="http://schemas.microsoft.com/office/drawing/2014/main" val="2105654266"/>
                    </a:ext>
                  </a:extLst>
                </a:gridCol>
                <a:gridCol w="1228586">
                  <a:extLst>
                    <a:ext uri="{9D8B030D-6E8A-4147-A177-3AD203B41FA5}">
                      <a16:colId xmlns:a16="http://schemas.microsoft.com/office/drawing/2014/main" val="3244743537"/>
                    </a:ext>
                  </a:extLst>
                </a:gridCol>
                <a:gridCol w="1007717">
                  <a:extLst>
                    <a:ext uri="{9D8B030D-6E8A-4147-A177-3AD203B41FA5}">
                      <a16:colId xmlns:a16="http://schemas.microsoft.com/office/drawing/2014/main" val="3885007682"/>
                    </a:ext>
                  </a:extLst>
                </a:gridCol>
                <a:gridCol w="1057469">
                  <a:extLst>
                    <a:ext uri="{9D8B030D-6E8A-4147-A177-3AD203B41FA5}">
                      <a16:colId xmlns:a16="http://schemas.microsoft.com/office/drawing/2014/main" val="4248798342"/>
                    </a:ext>
                  </a:extLst>
                </a:gridCol>
                <a:gridCol w="1760533">
                  <a:extLst>
                    <a:ext uri="{9D8B030D-6E8A-4147-A177-3AD203B41FA5}">
                      <a16:colId xmlns:a16="http://schemas.microsoft.com/office/drawing/2014/main" val="956368300"/>
                    </a:ext>
                  </a:extLst>
                </a:gridCol>
                <a:gridCol w="1756505">
                  <a:extLst>
                    <a:ext uri="{9D8B030D-6E8A-4147-A177-3AD203B41FA5}">
                      <a16:colId xmlns:a16="http://schemas.microsoft.com/office/drawing/2014/main" val="1944027262"/>
                    </a:ext>
                  </a:extLst>
                </a:gridCol>
                <a:gridCol w="1976917">
                  <a:extLst>
                    <a:ext uri="{9D8B030D-6E8A-4147-A177-3AD203B41FA5}">
                      <a16:colId xmlns:a16="http://schemas.microsoft.com/office/drawing/2014/main" val="1670851195"/>
                    </a:ext>
                  </a:extLst>
                </a:gridCol>
              </a:tblGrid>
              <a:tr h="370839">
                <a:tc>
                  <a:txBody>
                    <a:bodyPr/>
                    <a:lstStyle/>
                    <a:p>
                      <a:pPr algn="ctr"/>
                      <a:r>
                        <a:rPr lang="en-US" sz="1200"/>
                        <a:t>Solution</a:t>
                      </a:r>
                    </a:p>
                  </a:txBody>
                  <a:tcPr anchor="ctr">
                    <a:solidFill>
                      <a:srgbClr val="0F4BEA"/>
                    </a:solidFill>
                  </a:tcPr>
                </a:tc>
                <a:tc>
                  <a:txBody>
                    <a:bodyPr/>
                    <a:lstStyle/>
                    <a:p>
                      <a:pPr algn="ctr"/>
                      <a:r>
                        <a:rPr lang="en-US" sz="1200"/>
                        <a:t>Offline usability (20)</a:t>
                      </a:r>
                    </a:p>
                  </a:txBody>
                  <a:tcPr anchor="ctr">
                    <a:solidFill>
                      <a:srgbClr val="0F4BEA"/>
                    </a:solidFill>
                  </a:tcPr>
                </a:tc>
                <a:tc>
                  <a:txBody>
                    <a:bodyPr/>
                    <a:lstStyle/>
                    <a:p>
                      <a:pPr algn="ctr"/>
                      <a:r>
                        <a:rPr lang="en-US" sz="1200"/>
                        <a:t>Minimal training (10)</a:t>
                      </a:r>
                    </a:p>
                  </a:txBody>
                  <a:tcPr anchor="ctr">
                    <a:solidFill>
                      <a:srgbClr val="0F4BEA"/>
                    </a:solidFill>
                  </a:tcPr>
                </a:tc>
                <a:tc>
                  <a:txBody>
                    <a:bodyPr/>
                    <a:lstStyle/>
                    <a:p>
                      <a:pPr algn="ctr"/>
                      <a:r>
                        <a:rPr lang="en-US" sz="1200"/>
                        <a:t>Rural access (20)</a:t>
                      </a:r>
                    </a:p>
                  </a:txBody>
                  <a:tcPr anchor="ctr">
                    <a:solidFill>
                      <a:srgbClr val="0F4BEA"/>
                    </a:solidFill>
                  </a:tcPr>
                </a:tc>
                <a:tc>
                  <a:txBody>
                    <a:bodyPr/>
                    <a:lstStyle/>
                    <a:p>
                      <a:pPr algn="ctr"/>
                      <a:r>
                        <a:rPr lang="en-US" sz="1200"/>
                        <a:t>Maintainability (15)</a:t>
                      </a:r>
                    </a:p>
                  </a:txBody>
                  <a:tcPr anchor="ctr">
                    <a:solidFill>
                      <a:srgbClr val="0F4BEA"/>
                    </a:solidFill>
                  </a:tcPr>
                </a:tc>
                <a:tc>
                  <a:txBody>
                    <a:bodyPr/>
                    <a:lstStyle/>
                    <a:p>
                      <a:pPr algn="ctr"/>
                      <a:r>
                        <a:rPr lang="en-US" sz="1200"/>
                        <a:t>Effectiveness (35)</a:t>
                      </a:r>
                    </a:p>
                  </a:txBody>
                  <a:tcPr anchor="ctr">
                    <a:solidFill>
                      <a:srgbClr val="0F4BEA"/>
                    </a:solidFill>
                  </a:tcPr>
                </a:tc>
                <a:tc>
                  <a:txBody>
                    <a:bodyPr/>
                    <a:lstStyle/>
                    <a:p>
                      <a:pPr algn="ctr"/>
                      <a:r>
                        <a:rPr lang="en-US" sz="1200"/>
                        <a:t>Total (100)</a:t>
                      </a:r>
                    </a:p>
                  </a:txBody>
                  <a:tcPr anchor="ctr">
                    <a:solidFill>
                      <a:srgbClr val="0F4BEA"/>
                    </a:solidFill>
                  </a:tcPr>
                </a:tc>
                <a:extLst>
                  <a:ext uri="{0D108BD9-81ED-4DB2-BD59-A6C34878D82A}">
                    <a16:rowId xmlns:a16="http://schemas.microsoft.com/office/drawing/2014/main" val="3142459431"/>
                  </a:ext>
                </a:extLst>
              </a:tr>
              <a:tr h="370840">
                <a:tc>
                  <a:txBody>
                    <a:bodyPr/>
                    <a:lstStyle/>
                    <a:p>
                      <a:pPr algn="l"/>
                      <a:r>
                        <a:rPr lang="en-US" sz="1200"/>
                        <a:t>Portable spot-spray device</a:t>
                      </a:r>
                    </a:p>
                  </a:txBody>
                  <a:tcPr anchor="ctr"/>
                </a:tc>
                <a:tc>
                  <a:txBody>
                    <a:bodyPr/>
                    <a:lstStyle/>
                    <a:p>
                      <a:pPr algn="ctr"/>
                      <a:r>
                        <a:rPr lang="en-US" sz="1200"/>
                        <a:t>18</a:t>
                      </a:r>
                    </a:p>
                  </a:txBody>
                  <a:tcPr anchor="ctr"/>
                </a:tc>
                <a:tc>
                  <a:txBody>
                    <a:bodyPr/>
                    <a:lstStyle/>
                    <a:p>
                      <a:pPr algn="ctr"/>
                      <a:r>
                        <a:rPr lang="en-US" sz="1200"/>
                        <a:t>8</a:t>
                      </a:r>
                    </a:p>
                  </a:txBody>
                  <a:tcPr anchor="ctr"/>
                </a:tc>
                <a:tc>
                  <a:txBody>
                    <a:bodyPr/>
                    <a:lstStyle/>
                    <a:p>
                      <a:pPr algn="ctr"/>
                      <a:r>
                        <a:rPr lang="en-US" sz="1200"/>
                        <a:t>8</a:t>
                      </a:r>
                    </a:p>
                  </a:txBody>
                  <a:tcPr anchor="ctr"/>
                </a:tc>
                <a:tc>
                  <a:txBody>
                    <a:bodyPr/>
                    <a:lstStyle/>
                    <a:p>
                      <a:pPr algn="ctr"/>
                      <a:r>
                        <a:rPr lang="en-US" sz="1200"/>
                        <a:t>12</a:t>
                      </a:r>
                    </a:p>
                  </a:txBody>
                  <a:tcPr anchor="ctr"/>
                </a:tc>
                <a:tc>
                  <a:txBody>
                    <a:bodyPr/>
                    <a:lstStyle/>
                    <a:p>
                      <a:pPr algn="ctr"/>
                      <a:r>
                        <a:rPr lang="en-US" sz="1200"/>
                        <a:t>15</a:t>
                      </a:r>
                    </a:p>
                  </a:txBody>
                  <a:tcPr anchor="ctr"/>
                </a:tc>
                <a:tc>
                  <a:txBody>
                    <a:bodyPr/>
                    <a:lstStyle/>
                    <a:p>
                      <a:pPr algn="ctr"/>
                      <a:r>
                        <a:rPr lang="en-US" sz="1200"/>
                        <a:t>61</a:t>
                      </a:r>
                    </a:p>
                  </a:txBody>
                  <a:tcPr anchor="ctr"/>
                </a:tc>
                <a:extLst>
                  <a:ext uri="{0D108BD9-81ED-4DB2-BD59-A6C34878D82A}">
                    <a16:rowId xmlns:a16="http://schemas.microsoft.com/office/drawing/2014/main" val="666339008"/>
                  </a:ext>
                </a:extLst>
              </a:tr>
              <a:tr h="460611">
                <a:tc>
                  <a:txBody>
                    <a:bodyPr/>
                    <a:lstStyle/>
                    <a:p>
                      <a:pPr algn="l"/>
                      <a:r>
                        <a:rPr lang="en-US" sz="1200"/>
                        <a:t>Offline Ranger Prioritization &amp; Support App</a:t>
                      </a:r>
                    </a:p>
                  </a:txBody>
                  <a:tcPr anchor="ctr">
                    <a:solidFill>
                      <a:srgbClr val="00B050"/>
                    </a:solidFill>
                  </a:tcPr>
                </a:tc>
                <a:tc>
                  <a:txBody>
                    <a:bodyPr/>
                    <a:lstStyle/>
                    <a:p>
                      <a:pPr algn="ctr"/>
                      <a:r>
                        <a:rPr lang="en-US" sz="1200"/>
                        <a:t>19</a:t>
                      </a:r>
                    </a:p>
                  </a:txBody>
                  <a:tcPr anchor="ctr">
                    <a:solidFill>
                      <a:srgbClr val="00B050"/>
                    </a:solidFill>
                  </a:tcPr>
                </a:tc>
                <a:tc>
                  <a:txBody>
                    <a:bodyPr/>
                    <a:lstStyle/>
                    <a:p>
                      <a:pPr algn="ctr"/>
                      <a:r>
                        <a:rPr lang="en-US" sz="1200"/>
                        <a:t>9</a:t>
                      </a:r>
                    </a:p>
                  </a:txBody>
                  <a:tcPr anchor="ctr">
                    <a:solidFill>
                      <a:srgbClr val="00B050"/>
                    </a:solidFill>
                  </a:tcPr>
                </a:tc>
                <a:tc>
                  <a:txBody>
                    <a:bodyPr/>
                    <a:lstStyle/>
                    <a:p>
                      <a:pPr algn="ctr"/>
                      <a:r>
                        <a:rPr lang="en-US" sz="1200"/>
                        <a:t>18</a:t>
                      </a:r>
                    </a:p>
                  </a:txBody>
                  <a:tcPr anchor="ctr">
                    <a:solidFill>
                      <a:srgbClr val="00B050"/>
                    </a:solidFill>
                  </a:tcPr>
                </a:tc>
                <a:tc>
                  <a:txBody>
                    <a:bodyPr/>
                    <a:lstStyle/>
                    <a:p>
                      <a:pPr algn="ctr"/>
                      <a:r>
                        <a:rPr lang="en-US" sz="1200"/>
                        <a:t>14</a:t>
                      </a:r>
                    </a:p>
                  </a:txBody>
                  <a:tcPr anchor="ctr">
                    <a:solidFill>
                      <a:srgbClr val="00B050"/>
                    </a:solidFill>
                  </a:tcPr>
                </a:tc>
                <a:tc>
                  <a:txBody>
                    <a:bodyPr/>
                    <a:lstStyle/>
                    <a:p>
                      <a:pPr algn="ctr"/>
                      <a:r>
                        <a:rPr lang="en-US" sz="1200"/>
                        <a:t>30</a:t>
                      </a:r>
                    </a:p>
                  </a:txBody>
                  <a:tcPr anchor="ctr">
                    <a:solidFill>
                      <a:srgbClr val="00B050"/>
                    </a:solidFill>
                  </a:tcPr>
                </a:tc>
                <a:tc>
                  <a:txBody>
                    <a:bodyPr/>
                    <a:lstStyle/>
                    <a:p>
                      <a:pPr algn="ctr"/>
                      <a:r>
                        <a:rPr lang="en-US" sz="1200"/>
                        <a:t>90</a:t>
                      </a:r>
                    </a:p>
                  </a:txBody>
                  <a:tcPr anchor="ctr">
                    <a:solidFill>
                      <a:srgbClr val="00B050"/>
                    </a:solidFill>
                  </a:tcPr>
                </a:tc>
                <a:extLst>
                  <a:ext uri="{0D108BD9-81ED-4DB2-BD59-A6C34878D82A}">
                    <a16:rowId xmlns:a16="http://schemas.microsoft.com/office/drawing/2014/main" val="1954109603"/>
                  </a:ext>
                </a:extLst>
              </a:tr>
              <a:tr h="370840">
                <a:tc>
                  <a:txBody>
                    <a:bodyPr/>
                    <a:lstStyle/>
                    <a:p>
                      <a:pPr algn="l"/>
                      <a:r>
                        <a:rPr lang="en-US" sz="1200"/>
                        <a:t>AI photo-based weed-ID system</a:t>
                      </a:r>
                    </a:p>
                  </a:txBody>
                  <a:tcPr anchor="ctr"/>
                </a:tc>
                <a:tc>
                  <a:txBody>
                    <a:bodyPr/>
                    <a:lstStyle/>
                    <a:p>
                      <a:pPr algn="ctr"/>
                      <a:r>
                        <a:rPr lang="en-US" sz="1200"/>
                        <a:t>10</a:t>
                      </a:r>
                    </a:p>
                  </a:txBody>
                  <a:tcPr anchor="ctr"/>
                </a:tc>
                <a:tc>
                  <a:txBody>
                    <a:bodyPr/>
                    <a:lstStyle/>
                    <a:p>
                      <a:pPr algn="ctr"/>
                      <a:r>
                        <a:rPr lang="en-US" sz="1200"/>
                        <a:t>8</a:t>
                      </a:r>
                    </a:p>
                  </a:txBody>
                  <a:tcPr anchor="ctr"/>
                </a:tc>
                <a:tc>
                  <a:txBody>
                    <a:bodyPr/>
                    <a:lstStyle/>
                    <a:p>
                      <a:pPr algn="ctr"/>
                      <a:r>
                        <a:rPr lang="en-US" sz="1200"/>
                        <a:t>18</a:t>
                      </a:r>
                    </a:p>
                  </a:txBody>
                  <a:tcPr anchor="ctr"/>
                </a:tc>
                <a:tc>
                  <a:txBody>
                    <a:bodyPr/>
                    <a:lstStyle/>
                    <a:p>
                      <a:pPr algn="ctr"/>
                      <a:r>
                        <a:rPr lang="en-US" sz="1200"/>
                        <a:t>8 </a:t>
                      </a:r>
                    </a:p>
                  </a:txBody>
                  <a:tcPr anchor="ctr"/>
                </a:tc>
                <a:tc>
                  <a:txBody>
                    <a:bodyPr/>
                    <a:lstStyle/>
                    <a:p>
                      <a:pPr algn="ctr"/>
                      <a:r>
                        <a:rPr lang="en-US" sz="1200"/>
                        <a:t>24</a:t>
                      </a:r>
                    </a:p>
                  </a:txBody>
                  <a:tcPr anchor="ctr"/>
                </a:tc>
                <a:tc>
                  <a:txBody>
                    <a:bodyPr/>
                    <a:lstStyle/>
                    <a:p>
                      <a:pPr algn="ctr"/>
                      <a:r>
                        <a:rPr lang="en-US" sz="1200"/>
                        <a:t>68</a:t>
                      </a:r>
                    </a:p>
                  </a:txBody>
                  <a:tcPr anchor="ctr"/>
                </a:tc>
                <a:extLst>
                  <a:ext uri="{0D108BD9-81ED-4DB2-BD59-A6C34878D82A}">
                    <a16:rowId xmlns:a16="http://schemas.microsoft.com/office/drawing/2014/main" val="1049674965"/>
                  </a:ext>
                </a:extLst>
              </a:tr>
              <a:tr h="370839">
                <a:tc>
                  <a:txBody>
                    <a:bodyPr/>
                    <a:lstStyle/>
                    <a:p>
                      <a:pPr lvl="0" algn="l">
                        <a:buNone/>
                      </a:pPr>
                      <a:r>
                        <a:rPr lang="en-US" sz="1200"/>
                        <a:t>Drone + ML aerial survey system</a:t>
                      </a:r>
                    </a:p>
                  </a:txBody>
                  <a:tcPr anchor="ctr"/>
                </a:tc>
                <a:tc>
                  <a:txBody>
                    <a:bodyPr/>
                    <a:lstStyle/>
                    <a:p>
                      <a:pPr lvl="0" algn="ctr">
                        <a:buNone/>
                      </a:pPr>
                      <a:r>
                        <a:rPr lang="en-US" sz="1200"/>
                        <a:t>14 </a:t>
                      </a:r>
                    </a:p>
                  </a:txBody>
                  <a:tcPr anchor="ctr"/>
                </a:tc>
                <a:tc>
                  <a:txBody>
                    <a:bodyPr/>
                    <a:lstStyle/>
                    <a:p>
                      <a:pPr lvl="0" algn="ctr">
                        <a:buNone/>
                      </a:pPr>
                      <a:r>
                        <a:rPr lang="en-US" sz="1200"/>
                        <a:t>5</a:t>
                      </a:r>
                    </a:p>
                  </a:txBody>
                  <a:tcPr anchor="ctr"/>
                </a:tc>
                <a:tc>
                  <a:txBody>
                    <a:bodyPr/>
                    <a:lstStyle/>
                    <a:p>
                      <a:pPr lvl="0" algn="ctr">
                        <a:buNone/>
                      </a:pPr>
                      <a:r>
                        <a:rPr lang="en-US" sz="1200"/>
                        <a:t>16</a:t>
                      </a:r>
                    </a:p>
                  </a:txBody>
                  <a:tcPr anchor="ctr"/>
                </a:tc>
                <a:tc>
                  <a:txBody>
                    <a:bodyPr/>
                    <a:lstStyle/>
                    <a:p>
                      <a:pPr lvl="0" algn="ctr">
                        <a:buNone/>
                      </a:pPr>
                      <a:r>
                        <a:rPr lang="en-US" sz="1200"/>
                        <a:t>6</a:t>
                      </a:r>
                    </a:p>
                  </a:txBody>
                  <a:tcPr anchor="ctr"/>
                </a:tc>
                <a:tc>
                  <a:txBody>
                    <a:bodyPr/>
                    <a:lstStyle/>
                    <a:p>
                      <a:pPr lvl="0" algn="ctr">
                        <a:buNone/>
                      </a:pPr>
                      <a:r>
                        <a:rPr lang="en-US" sz="1200"/>
                        <a:t>28</a:t>
                      </a:r>
                    </a:p>
                  </a:txBody>
                  <a:tcPr anchor="ctr"/>
                </a:tc>
                <a:tc>
                  <a:txBody>
                    <a:bodyPr/>
                    <a:lstStyle/>
                    <a:p>
                      <a:pPr lvl="0" algn="ctr">
                        <a:buNone/>
                      </a:pPr>
                      <a:r>
                        <a:rPr lang="en-US" sz="1200"/>
                        <a:t>69</a:t>
                      </a:r>
                    </a:p>
                  </a:txBody>
                  <a:tcPr anchor="ctr"/>
                </a:tc>
                <a:extLst>
                  <a:ext uri="{0D108BD9-81ED-4DB2-BD59-A6C34878D82A}">
                    <a16:rowId xmlns:a16="http://schemas.microsoft.com/office/drawing/2014/main" val="2146292140"/>
                  </a:ext>
                </a:extLst>
              </a:tr>
            </a:tbl>
          </a:graphicData>
        </a:graphic>
      </p:graphicFrame>
      <p:sp>
        <p:nvSpPr>
          <p:cNvPr id="15" name="Rectangle: Rounded Corners 14">
            <a:extLst>
              <a:ext uri="{FF2B5EF4-FFF2-40B4-BE49-F238E27FC236}">
                <a16:creationId xmlns:a16="http://schemas.microsoft.com/office/drawing/2014/main" id="{19531A92-D692-2E3C-1203-507F0D91FBDE}"/>
              </a:ext>
            </a:extLst>
          </p:cNvPr>
          <p:cNvSpPr/>
          <p:nvPr/>
        </p:nvSpPr>
        <p:spPr>
          <a:xfrm>
            <a:off x="8172093" y="3626833"/>
            <a:ext cx="2948213" cy="2199640"/>
          </a:xfrm>
          <a:prstGeom prst="roundRect">
            <a:avLst>
              <a:gd name="adj" fmla="val 16839"/>
            </a:avLst>
          </a:prstGeom>
          <a:gradFill flip="none" rotWithShape="1">
            <a:gsLst>
              <a:gs pos="0">
                <a:srgbClr val="0F4BEA">
                  <a:shade val="30000"/>
                  <a:satMod val="115000"/>
                </a:srgbClr>
              </a:gs>
              <a:gs pos="50000">
                <a:srgbClr val="0F4BEA">
                  <a:shade val="67500"/>
                  <a:satMod val="115000"/>
                </a:srgbClr>
              </a:gs>
              <a:gs pos="100000">
                <a:srgbClr val="0F4BEA">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5147A8F-8127-F84D-A577-90DABA1AFF73}"/>
              </a:ext>
            </a:extLst>
          </p:cNvPr>
          <p:cNvSpPr txBox="1"/>
          <p:nvPr/>
        </p:nvSpPr>
        <p:spPr>
          <a:xfrm>
            <a:off x="8281928" y="4249357"/>
            <a:ext cx="2652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1">
                <a:solidFill>
                  <a:schemeClr val="bg1"/>
                </a:solidFill>
              </a:rPr>
              <a:t>90 / 100</a:t>
            </a:r>
          </a:p>
        </p:txBody>
      </p:sp>
      <p:sp>
        <p:nvSpPr>
          <p:cNvPr id="19" name="TextBox 18">
            <a:extLst>
              <a:ext uri="{FF2B5EF4-FFF2-40B4-BE49-F238E27FC236}">
                <a16:creationId xmlns:a16="http://schemas.microsoft.com/office/drawing/2014/main" id="{B82B40E7-2F6D-E52B-2D7A-29508D9C4530}"/>
              </a:ext>
            </a:extLst>
          </p:cNvPr>
          <p:cNvSpPr txBox="1"/>
          <p:nvPr/>
        </p:nvSpPr>
        <p:spPr>
          <a:xfrm>
            <a:off x="8298890" y="4989310"/>
            <a:ext cx="271956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i="1">
                <a:solidFill>
                  <a:schemeClr val="bg1"/>
                </a:solidFill>
              </a:rPr>
              <a:t>Offline Ranger Prioritization &amp; Support App</a:t>
            </a:r>
          </a:p>
        </p:txBody>
      </p:sp>
      <p:sp>
        <p:nvSpPr>
          <p:cNvPr id="2" name="Rectangle 1">
            <a:extLst>
              <a:ext uri="{FF2B5EF4-FFF2-40B4-BE49-F238E27FC236}">
                <a16:creationId xmlns:a16="http://schemas.microsoft.com/office/drawing/2014/main" id="{065E35E9-0B97-F199-DF5B-B5F265320753}"/>
              </a:ext>
            </a:extLst>
          </p:cNvPr>
          <p:cNvSpPr/>
          <p:nvPr/>
        </p:nvSpPr>
        <p:spPr>
          <a:xfrm>
            <a:off x="823911" y="4441327"/>
            <a:ext cx="952349" cy="1338365"/>
          </a:xfrm>
          <a:prstGeom prst="rect">
            <a:avLst/>
          </a:prstGeom>
          <a:gradFill>
            <a:gsLst>
              <a:gs pos="100000">
                <a:schemeClr val="bg1"/>
              </a:gs>
              <a:gs pos="2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2AFB8CD-9846-ABD2-9EB0-16FD418362C3}"/>
              </a:ext>
            </a:extLst>
          </p:cNvPr>
          <p:cNvSpPr/>
          <p:nvPr/>
        </p:nvSpPr>
        <p:spPr>
          <a:xfrm>
            <a:off x="2591099" y="4816286"/>
            <a:ext cx="952349" cy="1068504"/>
          </a:xfrm>
          <a:prstGeom prst="rect">
            <a:avLst/>
          </a:prstGeom>
          <a:gradFill>
            <a:gsLst>
              <a:gs pos="100000">
                <a:schemeClr val="bg1"/>
              </a:gs>
              <a:gs pos="2000">
                <a:schemeClr val="bg2">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ACD5492-C344-D555-340F-63844D97141B}"/>
              </a:ext>
            </a:extLst>
          </p:cNvPr>
          <p:cNvSpPr/>
          <p:nvPr/>
        </p:nvSpPr>
        <p:spPr>
          <a:xfrm>
            <a:off x="4431254" y="4999324"/>
            <a:ext cx="952348" cy="780368"/>
          </a:xfrm>
          <a:prstGeom prst="rect">
            <a:avLst/>
          </a:prstGeom>
          <a:gradFill>
            <a:gsLst>
              <a:gs pos="100000">
                <a:schemeClr val="bg1"/>
              </a:gs>
              <a:gs pos="2000">
                <a:schemeClr val="accent2">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7118108-C823-BD80-C63B-6892CB9E6FD1}"/>
              </a:ext>
            </a:extLst>
          </p:cNvPr>
          <p:cNvSpPr/>
          <p:nvPr/>
        </p:nvSpPr>
        <p:spPr>
          <a:xfrm>
            <a:off x="6198441" y="5353137"/>
            <a:ext cx="952349" cy="447473"/>
          </a:xfrm>
          <a:prstGeom prst="rect">
            <a:avLst/>
          </a:prstGeom>
          <a:gradFill>
            <a:gsLst>
              <a:gs pos="100000">
                <a:schemeClr val="bg1"/>
              </a:gs>
              <a:gs pos="1000">
                <a:schemeClr val="tx2">
                  <a:lumMod val="50000"/>
                  <a:lumOff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CB7823-591D-26CB-30DE-305D443E2019}"/>
              </a:ext>
            </a:extLst>
          </p:cNvPr>
          <p:cNvSpPr/>
          <p:nvPr/>
        </p:nvSpPr>
        <p:spPr>
          <a:xfrm>
            <a:off x="823911" y="3749205"/>
            <a:ext cx="952349"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7D435A8-A788-B38B-56B8-888AEE1AD324}"/>
              </a:ext>
            </a:extLst>
          </p:cNvPr>
          <p:cNvSpPr txBox="1"/>
          <p:nvPr/>
        </p:nvSpPr>
        <p:spPr>
          <a:xfrm>
            <a:off x="374324" y="3209756"/>
            <a:ext cx="1851517" cy="52322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a:ln>
                  <a:noFill/>
                </a:ln>
                <a:effectLst/>
                <a:uLnTx/>
                <a:uFillTx/>
              </a:rPr>
              <a:t>#1</a:t>
            </a:r>
            <a:endParaRPr kumimoji="0" lang="en-GB" sz="2800" b="1" u="none" strike="noStrike" kern="1200" cap="none" spc="0" normalizeH="0" baseline="0" noProof="0">
              <a:ln>
                <a:noFill/>
              </a:ln>
              <a:effectLst/>
              <a:uLnTx/>
              <a:uFillTx/>
              <a:ea typeface="Noto Sans" panose="020B0502040504020204" pitchFamily="34"/>
              <a:cs typeface="Noto Sans" panose="020B0502040504020204" pitchFamily="34"/>
            </a:endParaRPr>
          </a:p>
        </p:txBody>
      </p:sp>
      <p:sp>
        <p:nvSpPr>
          <p:cNvPr id="16" name="Rectangle 15">
            <a:extLst>
              <a:ext uri="{FF2B5EF4-FFF2-40B4-BE49-F238E27FC236}">
                <a16:creationId xmlns:a16="http://schemas.microsoft.com/office/drawing/2014/main" id="{7A2A3FD3-AD4F-3612-67A8-017B19FB4E20}"/>
              </a:ext>
            </a:extLst>
          </p:cNvPr>
          <p:cNvSpPr/>
          <p:nvPr/>
        </p:nvSpPr>
        <p:spPr>
          <a:xfrm>
            <a:off x="823911" y="4441327"/>
            <a:ext cx="952349"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C1E9B96-3B9E-ACEB-781B-F034D4B187A7}"/>
              </a:ext>
            </a:extLst>
          </p:cNvPr>
          <p:cNvSpPr/>
          <p:nvPr/>
        </p:nvSpPr>
        <p:spPr>
          <a:xfrm>
            <a:off x="6198441" y="4751850"/>
            <a:ext cx="952349"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46C3BAB-1301-42B5-33BF-DA27D227D6C5}"/>
              </a:ext>
            </a:extLst>
          </p:cNvPr>
          <p:cNvSpPr txBox="1"/>
          <p:nvPr/>
        </p:nvSpPr>
        <p:spPr>
          <a:xfrm>
            <a:off x="5748855" y="4250488"/>
            <a:ext cx="1851517" cy="52322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effectLst/>
                <a:uLnTx/>
                <a:uFillTx/>
              </a:rPr>
              <a:t>#4</a:t>
            </a:r>
            <a:endParaRPr kumimoji="0" lang="en-GB" sz="2800" b="1" i="0" u="none" strike="noStrike" kern="1200" cap="none" spc="0" normalizeH="0" baseline="0" noProof="0">
              <a:ln>
                <a:noFill/>
              </a:ln>
              <a:effectLst/>
              <a:uLnTx/>
              <a:uFillTx/>
              <a:ea typeface="Noto Sans" panose="020B0502040504020204" pitchFamily="34"/>
              <a:cs typeface="Noto Sans" panose="020B0502040504020204" pitchFamily="34"/>
            </a:endParaRPr>
          </a:p>
        </p:txBody>
      </p:sp>
      <p:sp>
        <p:nvSpPr>
          <p:cNvPr id="26" name="Rectangle 25">
            <a:extLst>
              <a:ext uri="{FF2B5EF4-FFF2-40B4-BE49-F238E27FC236}">
                <a16:creationId xmlns:a16="http://schemas.microsoft.com/office/drawing/2014/main" id="{4A739015-26A1-D4E9-2B85-785A1C425AA0}"/>
              </a:ext>
            </a:extLst>
          </p:cNvPr>
          <p:cNvSpPr/>
          <p:nvPr/>
        </p:nvSpPr>
        <p:spPr>
          <a:xfrm>
            <a:off x="6198441" y="5332833"/>
            <a:ext cx="952349"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A40768A-68CB-83C6-ABD9-F89DEF79783F}"/>
              </a:ext>
            </a:extLst>
          </p:cNvPr>
          <p:cNvSpPr/>
          <p:nvPr/>
        </p:nvSpPr>
        <p:spPr>
          <a:xfrm>
            <a:off x="4431254" y="4279336"/>
            <a:ext cx="95234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2539181-969D-DC55-21B1-AC848D239941}"/>
              </a:ext>
            </a:extLst>
          </p:cNvPr>
          <p:cNvSpPr txBox="1"/>
          <p:nvPr/>
        </p:nvSpPr>
        <p:spPr>
          <a:xfrm>
            <a:off x="4013917" y="3732976"/>
            <a:ext cx="1851517" cy="52322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effectLst/>
                <a:uLnTx/>
                <a:uFillTx/>
              </a:rPr>
              <a:t>#3</a:t>
            </a:r>
            <a:endParaRPr kumimoji="0" lang="en-GB" sz="2800" b="1" i="0" u="none" strike="noStrike" kern="1200" cap="none" spc="0" normalizeH="0" baseline="0" noProof="0">
              <a:ln>
                <a:noFill/>
              </a:ln>
              <a:effectLst/>
              <a:uLnTx/>
              <a:uFillTx/>
              <a:ea typeface="Noto Sans" panose="020B0502040504020204" pitchFamily="34"/>
              <a:cs typeface="Noto Sans" panose="020B0502040504020204" pitchFamily="34"/>
            </a:endParaRPr>
          </a:p>
        </p:txBody>
      </p:sp>
      <p:sp>
        <p:nvSpPr>
          <p:cNvPr id="31" name="Rectangle 30">
            <a:extLst>
              <a:ext uri="{FF2B5EF4-FFF2-40B4-BE49-F238E27FC236}">
                <a16:creationId xmlns:a16="http://schemas.microsoft.com/office/drawing/2014/main" id="{D8025F12-CA00-6380-6729-AF52B2DCDFC0}"/>
              </a:ext>
            </a:extLst>
          </p:cNvPr>
          <p:cNvSpPr/>
          <p:nvPr/>
        </p:nvSpPr>
        <p:spPr>
          <a:xfrm>
            <a:off x="4431253" y="4969190"/>
            <a:ext cx="952349" cy="560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87921DB-BE8E-F715-16F5-CCBFFA9BBA93}"/>
              </a:ext>
            </a:extLst>
          </p:cNvPr>
          <p:cNvSpPr/>
          <p:nvPr/>
        </p:nvSpPr>
        <p:spPr>
          <a:xfrm>
            <a:off x="2591099" y="4072394"/>
            <a:ext cx="952349"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9895251-BC3A-3938-6753-97218AFFCCF9}"/>
              </a:ext>
            </a:extLst>
          </p:cNvPr>
          <p:cNvSpPr txBox="1"/>
          <p:nvPr/>
        </p:nvSpPr>
        <p:spPr>
          <a:xfrm>
            <a:off x="2120629" y="3553329"/>
            <a:ext cx="1851517" cy="523220"/>
          </a:xfrm>
          <a:prstGeom prst="rect">
            <a:avLst/>
          </a:prstGeom>
          <a:noFill/>
        </p:spPr>
        <p:txBody>
          <a:bodyPr wrap="square"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effectLst/>
                <a:uLnTx/>
                <a:uFillTx/>
              </a:rPr>
              <a:t>#2</a:t>
            </a:r>
            <a:endParaRPr kumimoji="0" lang="en-GB" sz="2800" b="1" i="0" u="none" strike="noStrike" kern="1200" cap="none" spc="0" normalizeH="0" baseline="0" noProof="0">
              <a:ln>
                <a:noFill/>
              </a:ln>
              <a:effectLst/>
              <a:uLnTx/>
              <a:uFillTx/>
              <a:ea typeface="Noto Sans" panose="020B0502040504020204" pitchFamily="34"/>
              <a:cs typeface="Noto Sans" panose="020B0502040504020204" pitchFamily="34"/>
            </a:endParaRPr>
          </a:p>
        </p:txBody>
      </p:sp>
      <p:sp>
        <p:nvSpPr>
          <p:cNvPr id="35" name="Rectangle 34">
            <a:extLst>
              <a:ext uri="{FF2B5EF4-FFF2-40B4-BE49-F238E27FC236}">
                <a16:creationId xmlns:a16="http://schemas.microsoft.com/office/drawing/2014/main" id="{02A12129-604C-97A2-1FED-CA937928F588}"/>
              </a:ext>
            </a:extLst>
          </p:cNvPr>
          <p:cNvSpPr/>
          <p:nvPr/>
        </p:nvSpPr>
        <p:spPr>
          <a:xfrm>
            <a:off x="2591099" y="4769583"/>
            <a:ext cx="952349" cy="841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41C0570-FCD2-4EDC-582E-7F62AE71DFFF}"/>
              </a:ext>
            </a:extLst>
          </p:cNvPr>
          <p:cNvSpPr txBox="1"/>
          <p:nvPr/>
        </p:nvSpPr>
        <p:spPr>
          <a:xfrm>
            <a:off x="612222" y="3794948"/>
            <a:ext cx="1375723" cy="646331"/>
          </a:xfrm>
          <a:prstGeom prst="rect">
            <a:avLst/>
          </a:prstGeom>
          <a:noFill/>
        </p:spPr>
        <p:txBody>
          <a:bodyPr wrap="square" rtlCol="0">
            <a:spAutoFit/>
          </a:bodyPr>
          <a:lstStyle/>
          <a:p>
            <a:pPr algn="ctr"/>
            <a:r>
              <a:rPr lang="en-US" sz="1200"/>
              <a:t>Offline Ranger Prioritization &amp; Support App</a:t>
            </a:r>
          </a:p>
        </p:txBody>
      </p:sp>
      <p:sp>
        <p:nvSpPr>
          <p:cNvPr id="38" name="TextBox 37">
            <a:extLst>
              <a:ext uri="{FF2B5EF4-FFF2-40B4-BE49-F238E27FC236}">
                <a16:creationId xmlns:a16="http://schemas.microsoft.com/office/drawing/2014/main" id="{E95FA69F-1AD4-8F3F-4399-D0C0E108E981}"/>
              </a:ext>
            </a:extLst>
          </p:cNvPr>
          <p:cNvSpPr txBox="1"/>
          <p:nvPr/>
        </p:nvSpPr>
        <p:spPr>
          <a:xfrm>
            <a:off x="5997215" y="4832462"/>
            <a:ext cx="1354798" cy="461665"/>
          </a:xfrm>
          <a:prstGeom prst="rect">
            <a:avLst/>
          </a:prstGeom>
          <a:noFill/>
        </p:spPr>
        <p:txBody>
          <a:bodyPr wrap="square">
            <a:spAutoFit/>
          </a:bodyPr>
          <a:lstStyle/>
          <a:p>
            <a:pPr algn="ctr"/>
            <a:r>
              <a:rPr lang="en-US" sz="1200"/>
              <a:t>Portable spot-spray device</a:t>
            </a:r>
          </a:p>
        </p:txBody>
      </p:sp>
      <p:sp>
        <p:nvSpPr>
          <p:cNvPr id="39" name="TextBox 38">
            <a:extLst>
              <a:ext uri="{FF2B5EF4-FFF2-40B4-BE49-F238E27FC236}">
                <a16:creationId xmlns:a16="http://schemas.microsoft.com/office/drawing/2014/main" id="{38C8DF55-3C50-4507-B177-C99E952CB0BA}"/>
              </a:ext>
            </a:extLst>
          </p:cNvPr>
          <p:cNvSpPr txBox="1"/>
          <p:nvPr/>
        </p:nvSpPr>
        <p:spPr>
          <a:xfrm>
            <a:off x="4347046" y="4323517"/>
            <a:ext cx="1121034" cy="646331"/>
          </a:xfrm>
          <a:prstGeom prst="rect">
            <a:avLst/>
          </a:prstGeom>
          <a:noFill/>
        </p:spPr>
        <p:txBody>
          <a:bodyPr wrap="square" rtlCol="0">
            <a:spAutoFit/>
          </a:bodyPr>
          <a:lstStyle/>
          <a:p>
            <a:pPr algn="ctr"/>
            <a:r>
              <a:rPr lang="en-US" sz="1200"/>
              <a:t>AI photo-based weed-ID system</a:t>
            </a:r>
          </a:p>
        </p:txBody>
      </p:sp>
      <p:sp>
        <p:nvSpPr>
          <p:cNvPr id="40" name="TextBox 39">
            <a:extLst>
              <a:ext uri="{FF2B5EF4-FFF2-40B4-BE49-F238E27FC236}">
                <a16:creationId xmlns:a16="http://schemas.microsoft.com/office/drawing/2014/main" id="{1F11B6C7-8921-A61C-AB7A-E88CD4E122A2}"/>
              </a:ext>
            </a:extLst>
          </p:cNvPr>
          <p:cNvSpPr txBox="1"/>
          <p:nvPr/>
        </p:nvSpPr>
        <p:spPr>
          <a:xfrm>
            <a:off x="2425936" y="4105519"/>
            <a:ext cx="1288026" cy="646331"/>
          </a:xfrm>
          <a:prstGeom prst="rect">
            <a:avLst/>
          </a:prstGeom>
          <a:noFill/>
        </p:spPr>
        <p:txBody>
          <a:bodyPr wrap="square" rtlCol="0">
            <a:spAutoFit/>
          </a:bodyPr>
          <a:lstStyle/>
          <a:p>
            <a:pPr algn="ctr"/>
            <a:r>
              <a:rPr lang="en-US" sz="1200"/>
              <a:t>Drone + ML aerial survey system</a:t>
            </a:r>
          </a:p>
        </p:txBody>
      </p:sp>
      <p:sp>
        <p:nvSpPr>
          <p:cNvPr id="42" name="Rectangle 41">
            <a:extLst>
              <a:ext uri="{FF2B5EF4-FFF2-40B4-BE49-F238E27FC236}">
                <a16:creationId xmlns:a16="http://schemas.microsoft.com/office/drawing/2014/main" id="{FF78ED40-FBA7-72F0-FFDF-E59C452EB9D9}"/>
              </a:ext>
            </a:extLst>
          </p:cNvPr>
          <p:cNvSpPr/>
          <p:nvPr/>
        </p:nvSpPr>
        <p:spPr>
          <a:xfrm>
            <a:off x="8924059" y="3464527"/>
            <a:ext cx="1444279" cy="29149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WINNER</a:t>
            </a:r>
          </a:p>
        </p:txBody>
      </p:sp>
      <p:grpSp>
        <p:nvGrpSpPr>
          <p:cNvPr id="10" name="Group 9">
            <a:extLst>
              <a:ext uri="{FF2B5EF4-FFF2-40B4-BE49-F238E27FC236}">
                <a16:creationId xmlns:a16="http://schemas.microsoft.com/office/drawing/2014/main" id="{FFA79CDC-3C3F-9CF2-3576-885F33D116DE}"/>
              </a:ext>
            </a:extLst>
          </p:cNvPr>
          <p:cNvGrpSpPr/>
          <p:nvPr/>
        </p:nvGrpSpPr>
        <p:grpSpPr>
          <a:xfrm>
            <a:off x="8968871" y="3874080"/>
            <a:ext cx="1269075" cy="368770"/>
            <a:chOff x="9019671" y="3924880"/>
            <a:chExt cx="1269075" cy="368770"/>
          </a:xfrm>
        </p:grpSpPr>
        <p:sp>
          <p:nvSpPr>
            <p:cNvPr id="6" name="Star: 5 Points 5">
              <a:extLst>
                <a:ext uri="{FF2B5EF4-FFF2-40B4-BE49-F238E27FC236}">
                  <a16:creationId xmlns:a16="http://schemas.microsoft.com/office/drawing/2014/main" id="{F5EE49F9-DE81-05F1-12E7-2DBF0625A24F}"/>
                </a:ext>
              </a:extLst>
            </p:cNvPr>
            <p:cNvSpPr/>
            <p:nvPr/>
          </p:nvSpPr>
          <p:spPr>
            <a:xfrm>
              <a:off x="9273672" y="3975680"/>
              <a:ext cx="253076" cy="236690"/>
            </a:xfrm>
            <a:prstGeom prst="star5">
              <a:avLst/>
            </a:prstGeom>
            <a:solidFill>
              <a:srgbClr val="FFFF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A8ED1880-ED27-ED48-3130-7129BD1C87D1}"/>
                </a:ext>
              </a:extLst>
            </p:cNvPr>
            <p:cNvSpPr/>
            <p:nvPr/>
          </p:nvSpPr>
          <p:spPr>
            <a:xfrm>
              <a:off x="9527671" y="3924880"/>
              <a:ext cx="253076" cy="236690"/>
            </a:xfrm>
            <a:prstGeom prst="star5">
              <a:avLst/>
            </a:prstGeom>
            <a:solidFill>
              <a:srgbClr val="FFFF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AFA168D8-7038-26ED-9F6C-1169B87E232F}"/>
                </a:ext>
              </a:extLst>
            </p:cNvPr>
            <p:cNvSpPr/>
            <p:nvPr/>
          </p:nvSpPr>
          <p:spPr>
            <a:xfrm>
              <a:off x="9781671" y="3985840"/>
              <a:ext cx="253076" cy="236690"/>
            </a:xfrm>
            <a:prstGeom prst="star5">
              <a:avLst/>
            </a:prstGeom>
            <a:solidFill>
              <a:srgbClr val="FFFF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5 Points 12">
              <a:extLst>
                <a:ext uri="{FF2B5EF4-FFF2-40B4-BE49-F238E27FC236}">
                  <a16:creationId xmlns:a16="http://schemas.microsoft.com/office/drawing/2014/main" id="{53F4658A-C0F9-7C2C-12CA-535396460ADB}"/>
                </a:ext>
              </a:extLst>
            </p:cNvPr>
            <p:cNvSpPr/>
            <p:nvPr/>
          </p:nvSpPr>
          <p:spPr>
            <a:xfrm>
              <a:off x="9019671" y="4056960"/>
              <a:ext cx="253076" cy="236690"/>
            </a:xfrm>
            <a:prstGeom prst="star5">
              <a:avLst/>
            </a:prstGeom>
            <a:solidFill>
              <a:srgbClr val="FFFF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tar: 5 Points 17">
              <a:extLst>
                <a:ext uri="{FF2B5EF4-FFF2-40B4-BE49-F238E27FC236}">
                  <a16:creationId xmlns:a16="http://schemas.microsoft.com/office/drawing/2014/main" id="{2CFD3B5D-7246-5D1F-3EAC-532BDC996255}"/>
                </a:ext>
              </a:extLst>
            </p:cNvPr>
            <p:cNvSpPr/>
            <p:nvPr/>
          </p:nvSpPr>
          <p:spPr>
            <a:xfrm>
              <a:off x="10035670" y="4046800"/>
              <a:ext cx="253076" cy="236690"/>
            </a:xfrm>
            <a:prstGeom prst="star5">
              <a:avLst/>
            </a:prstGeom>
            <a:gradFill>
              <a:gsLst>
                <a:gs pos="48000">
                  <a:srgbClr val="FFFF00"/>
                </a:gs>
                <a:gs pos="50000">
                  <a:srgbClr val="0035CD"/>
                </a:gs>
              </a:gsLst>
              <a:lin ang="21540000" scaled="0"/>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A5BB005B-4BE2-B0F5-B854-E743C3DE6FB8}"/>
              </a:ext>
            </a:extLst>
          </p:cNvPr>
          <p:cNvSpPr txBox="1"/>
          <p:nvPr/>
        </p:nvSpPr>
        <p:spPr>
          <a:xfrm>
            <a:off x="440752" y="2773162"/>
            <a:ext cx="8205516" cy="4055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D" sz="1000" i="1">
                <a:solidFill>
                  <a:schemeClr val="bg1">
                    <a:lumMod val="50000"/>
                  </a:schemeClr>
                </a:solidFill>
              </a:rPr>
              <a:t>Note.</a:t>
            </a:r>
            <a:r>
              <a:rPr lang="en-ID" sz="1000">
                <a:solidFill>
                  <a:schemeClr val="bg1">
                    <a:lumMod val="50000"/>
                  </a:schemeClr>
                </a:solidFill>
              </a:rPr>
              <a:t> Evaluation criteria were partially adapted from </a:t>
            </a:r>
            <a:r>
              <a:rPr lang="en-ID" sz="1000" i="1">
                <a:solidFill>
                  <a:schemeClr val="bg1">
                    <a:lumMod val="50000"/>
                  </a:schemeClr>
                </a:solidFill>
              </a:rPr>
              <a:t>Design Area 4 – Augmenting the Ranger Program</a:t>
            </a:r>
            <a:r>
              <a:rPr lang="en-ID" sz="1000">
                <a:solidFill>
                  <a:schemeClr val="bg1">
                    <a:lumMod val="50000"/>
                  </a:schemeClr>
                </a:solidFill>
              </a:rPr>
              <a:t> (Engineers Without Borders Australia, 2026). All other evaluation parameters and scores are original.</a:t>
            </a:r>
            <a:endParaRPr lang="en-US" sz="1000">
              <a:solidFill>
                <a:schemeClr val="bg1">
                  <a:lumMod val="50000"/>
                </a:schemeClr>
              </a:solidFill>
            </a:endParaRPr>
          </a:p>
        </p:txBody>
      </p:sp>
      <p:sp>
        <p:nvSpPr>
          <p:cNvPr id="22" name="TextBox 21">
            <a:extLst>
              <a:ext uri="{FF2B5EF4-FFF2-40B4-BE49-F238E27FC236}">
                <a16:creationId xmlns:a16="http://schemas.microsoft.com/office/drawing/2014/main" id="{E61EA2AF-F35E-C21A-1B9A-E3CBC89DCBD0}"/>
              </a:ext>
            </a:extLst>
          </p:cNvPr>
          <p:cNvSpPr txBox="1"/>
          <p:nvPr/>
        </p:nvSpPr>
        <p:spPr>
          <a:xfrm>
            <a:off x="391802" y="113164"/>
            <a:ext cx="670055" cy="276999"/>
          </a:xfrm>
          <a:prstGeom prst="rect">
            <a:avLst/>
          </a:prstGeom>
          <a:noFill/>
        </p:spPr>
        <p:txBody>
          <a:bodyPr wrap="none" lIns="91440" tIns="45720" rIns="91440" bIns="45720" rtlCol="0">
            <a:spAutoFit/>
          </a:bodyPr>
          <a:lstStyle/>
          <a:p>
            <a:r>
              <a:rPr lang="en-US" sz="1200" b="1"/>
              <a:t>Table 1</a:t>
            </a:r>
            <a:endParaRPr lang="en-US"/>
          </a:p>
        </p:txBody>
      </p:sp>
      <p:sp>
        <p:nvSpPr>
          <p:cNvPr id="28" name="TextBox 27">
            <a:extLst>
              <a:ext uri="{FF2B5EF4-FFF2-40B4-BE49-F238E27FC236}">
                <a16:creationId xmlns:a16="http://schemas.microsoft.com/office/drawing/2014/main" id="{17F35EED-2922-DFED-55E4-3A4747F207F3}"/>
              </a:ext>
            </a:extLst>
          </p:cNvPr>
          <p:cNvSpPr txBox="1"/>
          <p:nvPr/>
        </p:nvSpPr>
        <p:spPr>
          <a:xfrm>
            <a:off x="391802" y="287876"/>
            <a:ext cx="1865062" cy="276999"/>
          </a:xfrm>
          <a:prstGeom prst="rect">
            <a:avLst/>
          </a:prstGeom>
          <a:noFill/>
        </p:spPr>
        <p:txBody>
          <a:bodyPr wrap="none" lIns="91440" tIns="45720" rIns="91440" bIns="45720" rtlCol="0">
            <a:spAutoFit/>
          </a:bodyPr>
          <a:lstStyle/>
          <a:p>
            <a:r>
              <a:rPr lang="en-ID" sz="1200" i="1"/>
              <a:t>Weighted Decision Matrix</a:t>
            </a:r>
            <a:endParaRPr lang="en-US"/>
          </a:p>
        </p:txBody>
      </p:sp>
    </p:spTree>
    <p:extLst>
      <p:ext uri="{BB962C8B-B14F-4D97-AF65-F5344CB8AC3E}">
        <p14:creationId xmlns:p14="http://schemas.microsoft.com/office/powerpoint/2010/main" val="2817264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BF64-9979-F811-AA5B-29DD62C3815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5615A0-7596-681B-21FE-E437358DA92A}"/>
              </a:ext>
            </a:extLst>
          </p:cNvPr>
          <p:cNvSpPr>
            <a:spLocks noGrp="1"/>
          </p:cNvSpPr>
          <p:nvPr>
            <p:ph type="ftr" sz="quarter" idx="11"/>
          </p:nvPr>
        </p:nvSpPr>
        <p:spPr/>
        <p:txBody>
          <a:bodyPr/>
          <a:lstStyle/>
          <a:p>
            <a:r>
              <a:rPr lang="en-US">
                <a:solidFill>
                  <a:srgbClr val="FFFFFF"/>
                </a:solidFill>
                <a:latin typeface="Aptos"/>
                <a:cs typeface="Arial"/>
              </a:rPr>
              <a:t>Proposed Design Solution | Edbert Wisely</a:t>
            </a:r>
            <a:endParaRPr lang="en-US"/>
          </a:p>
        </p:txBody>
      </p:sp>
      <p:sp>
        <p:nvSpPr>
          <p:cNvPr id="2" name="TextBox 1">
            <a:extLst>
              <a:ext uri="{FF2B5EF4-FFF2-40B4-BE49-F238E27FC236}">
                <a16:creationId xmlns:a16="http://schemas.microsoft.com/office/drawing/2014/main" id="{002A2099-2231-3C20-C36F-A4DFB7799C27}"/>
              </a:ext>
            </a:extLst>
          </p:cNvPr>
          <p:cNvSpPr txBox="1"/>
          <p:nvPr/>
        </p:nvSpPr>
        <p:spPr>
          <a:xfrm>
            <a:off x="547758" y="388531"/>
            <a:ext cx="107912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a:t>An offline Ranger prioritization &amp; Support App  – </a:t>
            </a:r>
            <a:endParaRPr lang="en-US" b="1" i="1"/>
          </a:p>
          <a:p>
            <a:r>
              <a:rPr lang="en-US" sz="2400" b="1" i="1"/>
              <a:t>extending the field-tool workflow Rangers already use</a:t>
            </a:r>
            <a:endParaRPr lang="en-US" b="1" i="1"/>
          </a:p>
        </p:txBody>
      </p:sp>
      <p:sp>
        <p:nvSpPr>
          <p:cNvPr id="3" name="Rectangle: Rounded Corners 2">
            <a:extLst>
              <a:ext uri="{FF2B5EF4-FFF2-40B4-BE49-F238E27FC236}">
                <a16:creationId xmlns:a16="http://schemas.microsoft.com/office/drawing/2014/main" id="{230BB242-F079-19F7-238A-F7A1FE5D2D95}"/>
              </a:ext>
            </a:extLst>
          </p:cNvPr>
          <p:cNvSpPr/>
          <p:nvPr/>
        </p:nvSpPr>
        <p:spPr>
          <a:xfrm>
            <a:off x="7634032" y="1562325"/>
            <a:ext cx="3885559" cy="4175721"/>
          </a:xfrm>
          <a:prstGeom prst="roundRect">
            <a:avLst>
              <a:gd name="adj" fmla="val 11206"/>
            </a:avLst>
          </a:prstGeom>
          <a:gradFill flip="none" rotWithShape="1">
            <a:gsLst>
              <a:gs pos="0">
                <a:srgbClr val="0F4BEA">
                  <a:shade val="30000"/>
                  <a:satMod val="115000"/>
                </a:srgbClr>
              </a:gs>
              <a:gs pos="50000">
                <a:srgbClr val="0F4BEA">
                  <a:shade val="67500"/>
                  <a:satMod val="115000"/>
                </a:srgbClr>
              </a:gs>
              <a:gs pos="100000">
                <a:srgbClr val="0F4BEA">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5CF6651-12E2-3EE5-D33B-D5D11E5CB4B4}"/>
              </a:ext>
            </a:extLst>
          </p:cNvPr>
          <p:cNvSpPr/>
          <p:nvPr/>
        </p:nvSpPr>
        <p:spPr>
          <a:xfrm>
            <a:off x="545700" y="1548896"/>
            <a:ext cx="6810294" cy="4175720"/>
          </a:xfrm>
          <a:prstGeom prst="roundRect">
            <a:avLst>
              <a:gd name="adj" fmla="val 147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5B04702-5633-F12D-BDA6-7742502C5609}"/>
              </a:ext>
            </a:extLst>
          </p:cNvPr>
          <p:cNvSpPr txBox="1"/>
          <p:nvPr/>
        </p:nvSpPr>
        <p:spPr>
          <a:xfrm>
            <a:off x="990193" y="1805225"/>
            <a:ext cx="398925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t>What it does</a:t>
            </a:r>
          </a:p>
          <a:p>
            <a:endParaRPr lang="en-US" sz="1600" b="1" i="1"/>
          </a:p>
          <a:p>
            <a:endParaRPr lang="en-US" sz="1600" b="1" i="1"/>
          </a:p>
        </p:txBody>
      </p:sp>
      <p:grpSp>
        <p:nvGrpSpPr>
          <p:cNvPr id="14" name="Group 13">
            <a:extLst>
              <a:ext uri="{FF2B5EF4-FFF2-40B4-BE49-F238E27FC236}">
                <a16:creationId xmlns:a16="http://schemas.microsoft.com/office/drawing/2014/main" id="{EA6EEDAD-CCD0-D656-1588-2352E1CC65B1}"/>
              </a:ext>
            </a:extLst>
          </p:cNvPr>
          <p:cNvGrpSpPr/>
          <p:nvPr/>
        </p:nvGrpSpPr>
        <p:grpSpPr>
          <a:xfrm>
            <a:off x="1001400" y="2262104"/>
            <a:ext cx="516200" cy="404285"/>
            <a:chOff x="1058719" y="2394036"/>
            <a:chExt cx="516200" cy="404285"/>
          </a:xfrm>
        </p:grpSpPr>
        <p:sp>
          <p:nvSpPr>
            <p:cNvPr id="12" name="Oval 11">
              <a:extLst>
                <a:ext uri="{FF2B5EF4-FFF2-40B4-BE49-F238E27FC236}">
                  <a16:creationId xmlns:a16="http://schemas.microsoft.com/office/drawing/2014/main" id="{F467B6B7-5A1C-A439-7D22-369DEFB38815}"/>
                </a:ext>
              </a:extLst>
            </p:cNvPr>
            <p:cNvSpPr/>
            <p:nvPr/>
          </p:nvSpPr>
          <p:spPr>
            <a:xfrm>
              <a:off x="1114224" y="2394036"/>
              <a:ext cx="404285" cy="404285"/>
            </a:xfrm>
            <a:prstGeom prst="ellipse">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3ECEAAF-00FB-16AD-C10E-CE462B6A5D3B}"/>
                </a:ext>
              </a:extLst>
            </p:cNvPr>
            <p:cNvSpPr txBox="1"/>
            <p:nvPr/>
          </p:nvSpPr>
          <p:spPr>
            <a:xfrm>
              <a:off x="1058719" y="2408872"/>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01</a:t>
              </a:r>
              <a:endParaRPr lang="en-US"/>
            </a:p>
          </p:txBody>
        </p:sp>
      </p:grpSp>
      <p:grpSp>
        <p:nvGrpSpPr>
          <p:cNvPr id="18" name="Group 17">
            <a:extLst>
              <a:ext uri="{FF2B5EF4-FFF2-40B4-BE49-F238E27FC236}">
                <a16:creationId xmlns:a16="http://schemas.microsoft.com/office/drawing/2014/main" id="{3B2A9409-A9FD-EE78-FEBB-995368010A5E}"/>
              </a:ext>
            </a:extLst>
          </p:cNvPr>
          <p:cNvGrpSpPr/>
          <p:nvPr/>
        </p:nvGrpSpPr>
        <p:grpSpPr>
          <a:xfrm>
            <a:off x="1001400" y="2912045"/>
            <a:ext cx="516200" cy="404285"/>
            <a:chOff x="1058719" y="2394036"/>
            <a:chExt cx="516200" cy="404285"/>
          </a:xfrm>
        </p:grpSpPr>
        <p:sp>
          <p:nvSpPr>
            <p:cNvPr id="16" name="Oval 15">
              <a:extLst>
                <a:ext uri="{FF2B5EF4-FFF2-40B4-BE49-F238E27FC236}">
                  <a16:creationId xmlns:a16="http://schemas.microsoft.com/office/drawing/2014/main" id="{5319286A-72C1-BAB3-B6E5-DBD56E4EA183}"/>
                </a:ext>
              </a:extLst>
            </p:cNvPr>
            <p:cNvSpPr/>
            <p:nvPr/>
          </p:nvSpPr>
          <p:spPr>
            <a:xfrm>
              <a:off x="1114224" y="2394036"/>
              <a:ext cx="404285" cy="404285"/>
            </a:xfrm>
            <a:prstGeom prst="ellipse">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26B1227-2CD8-31C1-C810-FAC570D1CFFF}"/>
                </a:ext>
              </a:extLst>
            </p:cNvPr>
            <p:cNvSpPr txBox="1"/>
            <p:nvPr/>
          </p:nvSpPr>
          <p:spPr>
            <a:xfrm>
              <a:off x="1058719" y="2408872"/>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02</a:t>
              </a:r>
              <a:endParaRPr lang="en-US"/>
            </a:p>
          </p:txBody>
        </p:sp>
      </p:grpSp>
      <p:grpSp>
        <p:nvGrpSpPr>
          <p:cNvPr id="22" name="Group 21">
            <a:extLst>
              <a:ext uri="{FF2B5EF4-FFF2-40B4-BE49-F238E27FC236}">
                <a16:creationId xmlns:a16="http://schemas.microsoft.com/office/drawing/2014/main" id="{617D77F0-5A53-D53A-A889-C40BE775759A}"/>
              </a:ext>
            </a:extLst>
          </p:cNvPr>
          <p:cNvGrpSpPr/>
          <p:nvPr/>
        </p:nvGrpSpPr>
        <p:grpSpPr>
          <a:xfrm>
            <a:off x="990193" y="3584397"/>
            <a:ext cx="516200" cy="404285"/>
            <a:chOff x="1058719" y="2394036"/>
            <a:chExt cx="516200" cy="404285"/>
          </a:xfrm>
        </p:grpSpPr>
        <p:sp>
          <p:nvSpPr>
            <p:cNvPr id="20" name="Oval 19">
              <a:extLst>
                <a:ext uri="{FF2B5EF4-FFF2-40B4-BE49-F238E27FC236}">
                  <a16:creationId xmlns:a16="http://schemas.microsoft.com/office/drawing/2014/main" id="{AF65C886-67DD-02E8-F4AB-C5D460EAF733}"/>
                </a:ext>
              </a:extLst>
            </p:cNvPr>
            <p:cNvSpPr/>
            <p:nvPr/>
          </p:nvSpPr>
          <p:spPr>
            <a:xfrm>
              <a:off x="1114224" y="2394036"/>
              <a:ext cx="404285" cy="404285"/>
            </a:xfrm>
            <a:prstGeom prst="ellipse">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1AA195F-6460-5104-ED3D-F053572BD57A}"/>
                </a:ext>
              </a:extLst>
            </p:cNvPr>
            <p:cNvSpPr txBox="1"/>
            <p:nvPr/>
          </p:nvSpPr>
          <p:spPr>
            <a:xfrm>
              <a:off x="1058719" y="2408872"/>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03</a:t>
              </a:r>
              <a:endParaRPr lang="en-US"/>
            </a:p>
          </p:txBody>
        </p:sp>
      </p:grpSp>
      <p:grpSp>
        <p:nvGrpSpPr>
          <p:cNvPr id="26" name="Group 25">
            <a:extLst>
              <a:ext uri="{FF2B5EF4-FFF2-40B4-BE49-F238E27FC236}">
                <a16:creationId xmlns:a16="http://schemas.microsoft.com/office/drawing/2014/main" id="{3098AA98-C5E6-346A-7B37-D8D801669A96}"/>
              </a:ext>
            </a:extLst>
          </p:cNvPr>
          <p:cNvGrpSpPr/>
          <p:nvPr/>
        </p:nvGrpSpPr>
        <p:grpSpPr>
          <a:xfrm>
            <a:off x="990193" y="4234339"/>
            <a:ext cx="516200" cy="404285"/>
            <a:chOff x="1058719" y="2394036"/>
            <a:chExt cx="516200" cy="404285"/>
          </a:xfrm>
        </p:grpSpPr>
        <p:sp>
          <p:nvSpPr>
            <p:cNvPr id="24" name="Oval 23">
              <a:extLst>
                <a:ext uri="{FF2B5EF4-FFF2-40B4-BE49-F238E27FC236}">
                  <a16:creationId xmlns:a16="http://schemas.microsoft.com/office/drawing/2014/main" id="{E278394B-D398-BEF5-1698-1D56815A5053}"/>
                </a:ext>
              </a:extLst>
            </p:cNvPr>
            <p:cNvSpPr/>
            <p:nvPr/>
          </p:nvSpPr>
          <p:spPr>
            <a:xfrm>
              <a:off x="1114224" y="2394036"/>
              <a:ext cx="404285" cy="404285"/>
            </a:xfrm>
            <a:prstGeom prst="ellipse">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02F4E44-714D-9423-2B9F-F066DE839A5C}"/>
                </a:ext>
              </a:extLst>
            </p:cNvPr>
            <p:cNvSpPr txBox="1"/>
            <p:nvPr/>
          </p:nvSpPr>
          <p:spPr>
            <a:xfrm>
              <a:off x="1058719" y="2408872"/>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04</a:t>
              </a:r>
              <a:endParaRPr lang="en-US"/>
            </a:p>
          </p:txBody>
        </p:sp>
      </p:grpSp>
      <p:grpSp>
        <p:nvGrpSpPr>
          <p:cNvPr id="31" name="Group 30">
            <a:extLst>
              <a:ext uri="{FF2B5EF4-FFF2-40B4-BE49-F238E27FC236}">
                <a16:creationId xmlns:a16="http://schemas.microsoft.com/office/drawing/2014/main" id="{BF29FE5F-490F-BCEB-E7DC-671622E7059D}"/>
              </a:ext>
            </a:extLst>
          </p:cNvPr>
          <p:cNvGrpSpPr/>
          <p:nvPr/>
        </p:nvGrpSpPr>
        <p:grpSpPr>
          <a:xfrm>
            <a:off x="990193" y="4884279"/>
            <a:ext cx="516200" cy="404285"/>
            <a:chOff x="1058719" y="2394036"/>
            <a:chExt cx="516200" cy="404285"/>
          </a:xfrm>
        </p:grpSpPr>
        <p:sp>
          <p:nvSpPr>
            <p:cNvPr id="28" name="Oval 27">
              <a:extLst>
                <a:ext uri="{FF2B5EF4-FFF2-40B4-BE49-F238E27FC236}">
                  <a16:creationId xmlns:a16="http://schemas.microsoft.com/office/drawing/2014/main" id="{A03570EB-DE78-ED9E-FC01-741F56DD2EB9}"/>
                </a:ext>
              </a:extLst>
            </p:cNvPr>
            <p:cNvSpPr/>
            <p:nvPr/>
          </p:nvSpPr>
          <p:spPr>
            <a:xfrm>
              <a:off x="1114224" y="2394036"/>
              <a:ext cx="404285" cy="404285"/>
            </a:xfrm>
            <a:prstGeom prst="ellipse">
              <a:avLst/>
            </a:prstGeom>
            <a:solidFill>
              <a:srgbClr val="0F4BEA"/>
            </a:solidFill>
            <a:ln>
              <a:solidFill>
                <a:srgbClr val="0F4B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09FFFAE-733A-2A11-902C-FF741998E563}"/>
                </a:ext>
              </a:extLst>
            </p:cNvPr>
            <p:cNvSpPr txBox="1"/>
            <p:nvPr/>
          </p:nvSpPr>
          <p:spPr>
            <a:xfrm>
              <a:off x="1058719" y="2408872"/>
              <a:ext cx="516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rPr>
                <a:t>05</a:t>
              </a:r>
              <a:endParaRPr lang="en-US"/>
            </a:p>
          </p:txBody>
        </p:sp>
      </p:grpSp>
      <p:sp>
        <p:nvSpPr>
          <p:cNvPr id="33" name="TextBox 32">
            <a:extLst>
              <a:ext uri="{FF2B5EF4-FFF2-40B4-BE49-F238E27FC236}">
                <a16:creationId xmlns:a16="http://schemas.microsoft.com/office/drawing/2014/main" id="{D733D7E0-FD1A-F54F-49F1-87C3A614E7AC}"/>
              </a:ext>
            </a:extLst>
          </p:cNvPr>
          <p:cNvSpPr txBox="1"/>
          <p:nvPr/>
        </p:nvSpPr>
        <p:spPr>
          <a:xfrm>
            <a:off x="1269610" y="2361511"/>
            <a:ext cx="547259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t>Offline data capture – </a:t>
            </a:r>
            <a:r>
              <a:rPr lang="en-US" sz="1200"/>
              <a:t>Photo, GPS &amp; treatment logged locally, synced later</a:t>
            </a:r>
          </a:p>
        </p:txBody>
      </p:sp>
      <p:sp>
        <p:nvSpPr>
          <p:cNvPr id="42" name="TextBox 41">
            <a:extLst>
              <a:ext uri="{FF2B5EF4-FFF2-40B4-BE49-F238E27FC236}">
                <a16:creationId xmlns:a16="http://schemas.microsoft.com/office/drawing/2014/main" id="{C4A7FF55-14AF-A612-8A60-101891FC5CFB}"/>
              </a:ext>
            </a:extLst>
          </p:cNvPr>
          <p:cNvSpPr txBox="1"/>
          <p:nvPr/>
        </p:nvSpPr>
        <p:spPr>
          <a:xfrm>
            <a:off x="1516139" y="2977834"/>
            <a:ext cx="547259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Fixed priority-species list  </a:t>
            </a:r>
            <a:r>
              <a:rPr lang="en-US" sz="1200"/>
              <a:t>– Use the existing 6-species Weed Action Plan </a:t>
            </a:r>
          </a:p>
        </p:txBody>
      </p:sp>
      <p:sp>
        <p:nvSpPr>
          <p:cNvPr id="43" name="TextBox 42">
            <a:extLst>
              <a:ext uri="{FF2B5EF4-FFF2-40B4-BE49-F238E27FC236}">
                <a16:creationId xmlns:a16="http://schemas.microsoft.com/office/drawing/2014/main" id="{33379E00-AEC5-8E76-856E-637B2ACEACD4}"/>
              </a:ext>
            </a:extLst>
          </p:cNvPr>
          <p:cNvSpPr txBox="1"/>
          <p:nvPr/>
        </p:nvSpPr>
        <p:spPr>
          <a:xfrm>
            <a:off x="1527344" y="3650186"/>
            <a:ext cx="547259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Follow-up reminders  </a:t>
            </a:r>
            <a:r>
              <a:rPr lang="en-US" sz="1200"/>
              <a:t>– Treatment timestamped with automatic re-check alerts</a:t>
            </a:r>
          </a:p>
        </p:txBody>
      </p:sp>
      <p:sp>
        <p:nvSpPr>
          <p:cNvPr id="44" name="TextBox 43">
            <a:extLst>
              <a:ext uri="{FF2B5EF4-FFF2-40B4-BE49-F238E27FC236}">
                <a16:creationId xmlns:a16="http://schemas.microsoft.com/office/drawing/2014/main" id="{B451E603-D375-F3D0-0B8D-E41A7641FFBA}"/>
              </a:ext>
            </a:extLst>
          </p:cNvPr>
          <p:cNvSpPr txBox="1"/>
          <p:nvPr/>
        </p:nvSpPr>
        <p:spPr>
          <a:xfrm>
            <a:off x="1527343" y="4300127"/>
            <a:ext cx="547259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Prioritization dashboard  </a:t>
            </a:r>
            <a:r>
              <a:rPr lang="en-US" sz="1200"/>
              <a:t>– Maps infestation, flags the most urgent sites</a:t>
            </a:r>
          </a:p>
        </p:txBody>
      </p:sp>
      <p:sp>
        <p:nvSpPr>
          <p:cNvPr id="45" name="TextBox 44">
            <a:extLst>
              <a:ext uri="{FF2B5EF4-FFF2-40B4-BE49-F238E27FC236}">
                <a16:creationId xmlns:a16="http://schemas.microsoft.com/office/drawing/2014/main" id="{C7880E50-2B59-D136-BF55-38F09335421A}"/>
              </a:ext>
            </a:extLst>
          </p:cNvPr>
          <p:cNvSpPr txBox="1"/>
          <p:nvPr/>
        </p:nvSpPr>
        <p:spPr>
          <a:xfrm>
            <a:off x="1516137" y="4950068"/>
            <a:ext cx="547259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Future extension  </a:t>
            </a:r>
            <a:r>
              <a:rPr lang="en-US" sz="1200"/>
              <a:t>– Drone/multispectral scanning layered in later</a:t>
            </a:r>
          </a:p>
        </p:txBody>
      </p:sp>
      <p:sp>
        <p:nvSpPr>
          <p:cNvPr id="46" name="TextBox 45">
            <a:extLst>
              <a:ext uri="{FF2B5EF4-FFF2-40B4-BE49-F238E27FC236}">
                <a16:creationId xmlns:a16="http://schemas.microsoft.com/office/drawing/2014/main" id="{D29C5434-2D67-07EA-DB06-C742F735D261}"/>
              </a:ext>
            </a:extLst>
          </p:cNvPr>
          <p:cNvSpPr txBox="1"/>
          <p:nvPr/>
        </p:nvSpPr>
        <p:spPr>
          <a:xfrm>
            <a:off x="7990088" y="1859423"/>
            <a:ext cx="398925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solidFill>
                  <a:schemeClr val="bg1"/>
                </a:solidFill>
              </a:rPr>
              <a:t>Justification </a:t>
            </a:r>
          </a:p>
          <a:p>
            <a:endParaRPr lang="en-US" sz="1600" b="1" i="1">
              <a:solidFill>
                <a:schemeClr val="bg1"/>
              </a:solidFill>
            </a:endParaRPr>
          </a:p>
          <a:p>
            <a:r>
              <a:rPr lang="en-US" sz="2800" b="1" i="1">
                <a:solidFill>
                  <a:schemeClr val="bg1"/>
                </a:solidFill>
              </a:rPr>
              <a:t>90 / 100</a:t>
            </a:r>
          </a:p>
        </p:txBody>
      </p:sp>
      <p:sp>
        <p:nvSpPr>
          <p:cNvPr id="47" name="TextBox 46">
            <a:extLst>
              <a:ext uri="{FF2B5EF4-FFF2-40B4-BE49-F238E27FC236}">
                <a16:creationId xmlns:a16="http://schemas.microsoft.com/office/drawing/2014/main" id="{4A558069-ACA8-B93C-A3C5-FB36CA3F9A5A}"/>
              </a:ext>
            </a:extLst>
          </p:cNvPr>
          <p:cNvSpPr txBox="1"/>
          <p:nvPr/>
        </p:nvSpPr>
        <p:spPr>
          <a:xfrm>
            <a:off x="7983223" y="2852031"/>
            <a:ext cx="336589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bg1">
                    <a:lumMod val="76000"/>
                  </a:schemeClr>
                </a:solidFill>
              </a:rPr>
              <a:t>Highest weighted score of the four candidates evaluated</a:t>
            </a:r>
          </a:p>
        </p:txBody>
      </p:sp>
      <p:sp>
        <p:nvSpPr>
          <p:cNvPr id="49" name="TextBox 48">
            <a:extLst>
              <a:ext uri="{FF2B5EF4-FFF2-40B4-BE49-F238E27FC236}">
                <a16:creationId xmlns:a16="http://schemas.microsoft.com/office/drawing/2014/main" id="{E4BAD754-FC3A-675B-4A60-32C847EF9C50}"/>
              </a:ext>
            </a:extLst>
          </p:cNvPr>
          <p:cNvSpPr txBox="1"/>
          <p:nvPr/>
        </p:nvSpPr>
        <p:spPr>
          <a:xfrm>
            <a:off x="7994428" y="3389913"/>
            <a:ext cx="3365890"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Calibri"/>
              <a:buChar char="-"/>
            </a:pPr>
            <a:r>
              <a:rPr lang="en-US" sz="1000">
                <a:solidFill>
                  <a:schemeClr val="bg1"/>
                </a:solidFill>
              </a:rPr>
              <a:t>Fully offline – resilient to wet season isolation </a:t>
            </a:r>
          </a:p>
          <a:p>
            <a:pPr marL="171450" indent="-171450">
              <a:buFont typeface="Calibri"/>
              <a:buChar char="-"/>
            </a:pPr>
            <a:endParaRPr lang="en-US" sz="1000">
              <a:solidFill>
                <a:schemeClr val="bg1"/>
              </a:solidFill>
            </a:endParaRPr>
          </a:p>
          <a:p>
            <a:pPr marL="171450" indent="-171450">
              <a:buFont typeface="Calibri"/>
              <a:buChar char="-"/>
            </a:pPr>
            <a:endParaRPr lang="en-US" sz="1000">
              <a:solidFill>
                <a:schemeClr val="bg1"/>
              </a:solidFill>
            </a:endParaRPr>
          </a:p>
          <a:p>
            <a:pPr marL="171450" indent="-171450">
              <a:buFont typeface="Calibri"/>
              <a:buChar char="-"/>
            </a:pPr>
            <a:r>
              <a:rPr lang="en-US" sz="1000">
                <a:solidFill>
                  <a:schemeClr val="bg1"/>
                </a:solidFill>
              </a:rPr>
              <a:t>Builds on tools Rangers already know</a:t>
            </a:r>
          </a:p>
          <a:p>
            <a:pPr marL="171450" indent="-171450">
              <a:buFont typeface="Calibri"/>
              <a:buChar char="-"/>
            </a:pPr>
            <a:endParaRPr lang="en-US" sz="1000">
              <a:solidFill>
                <a:schemeClr val="bg1"/>
              </a:solidFill>
            </a:endParaRPr>
          </a:p>
          <a:p>
            <a:pPr marL="171450" indent="-171450">
              <a:buFont typeface="Calibri"/>
              <a:buChar char="-"/>
            </a:pPr>
            <a:endParaRPr lang="en-US" sz="1000">
              <a:solidFill>
                <a:schemeClr val="bg1"/>
              </a:solidFill>
            </a:endParaRPr>
          </a:p>
          <a:p>
            <a:pPr marL="171450" indent="-171450">
              <a:buFont typeface="Calibri"/>
              <a:buChar char="-"/>
            </a:pPr>
            <a:r>
              <a:rPr lang="en-US" sz="1000">
                <a:solidFill>
                  <a:schemeClr val="bg1"/>
                </a:solidFill>
              </a:rPr>
              <a:t>No specialist parts or Cairns-based repairs</a:t>
            </a:r>
          </a:p>
          <a:p>
            <a:pPr marL="171450" indent="-171450">
              <a:buFont typeface="Calibri"/>
              <a:buChar char="-"/>
            </a:pPr>
            <a:endParaRPr lang="en-US" sz="1000">
              <a:solidFill>
                <a:schemeClr val="bg1"/>
              </a:solidFill>
            </a:endParaRPr>
          </a:p>
          <a:p>
            <a:pPr marL="171450" indent="-171450">
              <a:buFont typeface="Calibri"/>
              <a:buChar char="-"/>
            </a:pPr>
            <a:endParaRPr lang="en-US" sz="1000">
              <a:solidFill>
                <a:schemeClr val="bg1"/>
              </a:solidFill>
            </a:endParaRPr>
          </a:p>
          <a:p>
            <a:pPr marL="171450" indent="-171450">
              <a:buFont typeface="Calibri"/>
              <a:buChar char="-"/>
            </a:pPr>
            <a:r>
              <a:rPr lang="en-US" sz="1000">
                <a:solidFill>
                  <a:schemeClr val="bg1"/>
                </a:solidFill>
              </a:rPr>
              <a:t>Can be easily integrated with current or future proposed technologies such as drones</a:t>
            </a:r>
          </a:p>
        </p:txBody>
      </p:sp>
    </p:spTree>
    <p:extLst>
      <p:ext uri="{BB962C8B-B14F-4D97-AF65-F5344CB8AC3E}">
        <p14:creationId xmlns:p14="http://schemas.microsoft.com/office/powerpoint/2010/main" val="241660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64C481-2807-010D-9FBF-A4198EA9E76D}"/>
              </a:ext>
            </a:extLst>
          </p:cNvPr>
          <p:cNvSpPr>
            <a:spLocks noGrp="1"/>
          </p:cNvSpPr>
          <p:nvPr>
            <p:ph type="ftr" sz="quarter" idx="11"/>
          </p:nvPr>
        </p:nvSpPr>
        <p:spPr>
          <a:xfrm>
            <a:off x="4726859" y="6356350"/>
            <a:ext cx="2740742" cy="365125"/>
          </a:xfrm>
        </p:spPr>
        <p:txBody>
          <a:bodyPr/>
          <a:lstStyle/>
          <a:p>
            <a:r>
              <a:rPr lang="en-US"/>
              <a:t>Conclusion | Hangyeon Cho</a:t>
            </a:r>
          </a:p>
        </p:txBody>
      </p:sp>
      <p:sp>
        <p:nvSpPr>
          <p:cNvPr id="4" name="Slide Number Placeholder 3">
            <a:extLst>
              <a:ext uri="{FF2B5EF4-FFF2-40B4-BE49-F238E27FC236}">
                <a16:creationId xmlns:a16="http://schemas.microsoft.com/office/drawing/2014/main" id="{83CC6515-4F68-3259-C3E8-425601E973C1}"/>
              </a:ext>
            </a:extLst>
          </p:cNvPr>
          <p:cNvSpPr>
            <a:spLocks noGrp="1"/>
          </p:cNvSpPr>
          <p:nvPr>
            <p:ph type="sldNum" sz="quarter" idx="12"/>
          </p:nvPr>
        </p:nvSpPr>
        <p:spPr/>
        <p:txBody>
          <a:bodyPr/>
          <a:lstStyle/>
          <a:p>
            <a:fld id="{7DD9BE21-6794-C54F-A199-E662B31FCF79}" type="slidenum">
              <a:rPr lang="en-US" smtClean="0"/>
              <a:t>22</a:t>
            </a:fld>
            <a:endParaRPr lang="en-US"/>
          </a:p>
        </p:txBody>
      </p:sp>
      <p:sp>
        <p:nvSpPr>
          <p:cNvPr id="8" name="TextBox 7">
            <a:extLst>
              <a:ext uri="{FF2B5EF4-FFF2-40B4-BE49-F238E27FC236}">
                <a16:creationId xmlns:a16="http://schemas.microsoft.com/office/drawing/2014/main" id="{AA63B2C7-8A92-F10F-F8A4-1A2804D070ED}"/>
              </a:ext>
            </a:extLst>
          </p:cNvPr>
          <p:cNvSpPr txBox="1"/>
          <p:nvPr/>
        </p:nvSpPr>
        <p:spPr>
          <a:xfrm>
            <a:off x="679714" y="882186"/>
            <a:ext cx="3226938" cy="4731967"/>
          </a:xfrm>
          <a:prstGeom prst="roundRect">
            <a:avLst/>
          </a:prstGeom>
          <a:ln>
            <a:solidFill>
              <a:srgbClr val="0035CD"/>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b="1"/>
              <a:t>Challenges</a:t>
            </a:r>
            <a:br>
              <a:rPr lang="en-US" b="1"/>
            </a:br>
            <a:endParaRPr lang="en-US" b="1"/>
          </a:p>
          <a:p>
            <a:pPr marL="342900" indent="-342900">
              <a:buAutoNum type="arabicPeriod"/>
            </a:pPr>
            <a:r>
              <a:rPr lang="en-US" sz="1600" u="sng"/>
              <a:t>Access</a:t>
            </a:r>
            <a:r>
              <a:rPr lang="en-US" sz="1600"/>
              <a:t>: </a:t>
            </a:r>
            <a:br>
              <a:rPr lang="en-US" sz="1600"/>
            </a:br>
            <a:r>
              <a:rPr lang="en-US" sz="1600"/>
              <a:t>Remote areas and wet season</a:t>
            </a:r>
            <a:br>
              <a:rPr lang="en-US" sz="1600"/>
            </a:br>
            <a:endParaRPr lang="en-US" sz="1600"/>
          </a:p>
          <a:p>
            <a:pPr marL="342900" indent="-342900">
              <a:buAutoNum type="arabicPeriod"/>
            </a:pPr>
            <a:r>
              <a:rPr lang="en-US" sz="1600" u="sng"/>
              <a:t>Monitoring</a:t>
            </a:r>
            <a:r>
              <a:rPr lang="en-US" sz="1600"/>
              <a:t>: </a:t>
            </a:r>
            <a:br>
              <a:rPr lang="en-US" sz="1600"/>
            </a:br>
            <a:r>
              <a:rPr lang="en-US" sz="1600"/>
              <a:t>Regular follow-up needed</a:t>
            </a:r>
            <a:br>
              <a:rPr lang="en-US" sz="1600"/>
            </a:br>
            <a:endParaRPr lang="en-US" sz="1600"/>
          </a:p>
          <a:p>
            <a:pPr marL="342900" indent="-342900">
              <a:buAutoNum type="arabicPeriod"/>
            </a:pPr>
            <a:r>
              <a:rPr lang="en-US" sz="1600" u="sng"/>
              <a:t>Decision-making</a:t>
            </a:r>
            <a:r>
              <a:rPr lang="en-US" sz="1600"/>
              <a:t>: </a:t>
            </a:r>
            <a:br>
              <a:rPr lang="en-US" sz="1600"/>
            </a:br>
            <a:r>
              <a:rPr lang="en-US" sz="1600"/>
              <a:t>Clear and shared information</a:t>
            </a:r>
            <a:br>
              <a:rPr lang="en-US" sz="1600"/>
            </a:br>
            <a:endParaRPr lang="en-US" sz="1600"/>
          </a:p>
          <a:p>
            <a:pPr marL="342900" indent="-342900">
              <a:buAutoNum type="arabicPeriod"/>
            </a:pPr>
            <a:r>
              <a:rPr lang="en-US" sz="1600" u="sng"/>
              <a:t>Operations</a:t>
            </a:r>
            <a:r>
              <a:rPr lang="en-US" sz="1600"/>
              <a:t>: </a:t>
            </a:r>
            <a:br>
              <a:rPr lang="en-US" sz="1600"/>
            </a:br>
            <a:r>
              <a:rPr lang="en-US" sz="1600"/>
              <a:t>Limited funding, </a:t>
            </a:r>
            <a:r>
              <a:rPr lang="en-US" sz="1600" err="1"/>
              <a:t>labour</a:t>
            </a:r>
            <a:r>
              <a:rPr lang="en-US" sz="1600"/>
              <a:t> and support</a:t>
            </a:r>
            <a:endParaRPr lang="en-US"/>
          </a:p>
        </p:txBody>
      </p:sp>
      <p:sp>
        <p:nvSpPr>
          <p:cNvPr id="11" name="TextBox 10">
            <a:extLst>
              <a:ext uri="{FF2B5EF4-FFF2-40B4-BE49-F238E27FC236}">
                <a16:creationId xmlns:a16="http://schemas.microsoft.com/office/drawing/2014/main" id="{45F77891-C477-C5F0-F3BA-E95DCD3683F5}"/>
              </a:ext>
            </a:extLst>
          </p:cNvPr>
          <p:cNvSpPr txBox="1"/>
          <p:nvPr/>
        </p:nvSpPr>
        <p:spPr>
          <a:xfrm>
            <a:off x="4446046" y="878537"/>
            <a:ext cx="3296271" cy="4727212"/>
          </a:xfrm>
          <a:prstGeom prst="roundRect">
            <a:avLst/>
          </a:prstGeom>
          <a:ln>
            <a:solidFill>
              <a:srgbClr val="0035CD"/>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b="1"/>
              <a:t>Design Criteria</a:t>
            </a:r>
            <a:br>
              <a:rPr lang="en-US" b="1"/>
            </a:br>
            <a:endParaRPr lang="en-US" b="1"/>
          </a:p>
          <a:p>
            <a:pPr marL="342900" indent="-342900">
              <a:buAutoNum type="arabicPeriod"/>
            </a:pPr>
            <a:r>
              <a:rPr lang="en-US" sz="1600" u="sng"/>
              <a:t>Offline Usability</a:t>
            </a:r>
            <a:br>
              <a:rPr lang="en-US" sz="1600"/>
            </a:br>
            <a:r>
              <a:rPr lang="en-US" sz="1600"/>
              <a:t>Works without internet</a:t>
            </a:r>
            <a:br>
              <a:rPr lang="en-US" sz="1600"/>
            </a:br>
            <a:endParaRPr lang="en-US" sz="1600"/>
          </a:p>
          <a:p>
            <a:pPr marL="342900" indent="-342900">
              <a:buAutoNum type="arabicPeriod"/>
            </a:pPr>
            <a:r>
              <a:rPr lang="en-US" sz="1600" u="sng"/>
              <a:t>Minimal Training</a:t>
            </a:r>
            <a:br>
              <a:rPr lang="en-US" sz="1600"/>
            </a:br>
            <a:r>
              <a:rPr lang="en-US" sz="1600"/>
              <a:t>Easy to learn and use </a:t>
            </a:r>
            <a:br>
              <a:rPr lang="en-US" sz="1600"/>
            </a:br>
            <a:endParaRPr lang="en-US" sz="1600"/>
          </a:p>
          <a:p>
            <a:pPr marL="342900" indent="-342900">
              <a:buAutoNum type="arabicPeriod"/>
            </a:pPr>
            <a:r>
              <a:rPr lang="en-US" sz="1600" u="sng"/>
              <a:t>Rural Access</a:t>
            </a:r>
            <a:br>
              <a:rPr lang="en-US" sz="1600"/>
            </a:br>
            <a:r>
              <a:rPr lang="en-US" sz="1600"/>
              <a:t>Suitable for remote areas</a:t>
            </a:r>
            <a:br>
              <a:rPr lang="en-US" sz="1600"/>
            </a:br>
            <a:endParaRPr lang="en-US" sz="1600"/>
          </a:p>
          <a:p>
            <a:pPr marL="342900" indent="-342900">
              <a:buAutoNum type="arabicPeriod"/>
            </a:pPr>
            <a:r>
              <a:rPr lang="en-US" sz="1600" u="sng"/>
              <a:t>Maintainability</a:t>
            </a:r>
            <a:br>
              <a:rPr lang="en-US" sz="1600"/>
            </a:br>
            <a:r>
              <a:rPr lang="en-US" sz="1600"/>
              <a:t>Easy to maintain</a:t>
            </a:r>
            <a:br>
              <a:rPr lang="en-US" sz="1600"/>
            </a:br>
            <a:endParaRPr lang="en-US"/>
          </a:p>
          <a:p>
            <a:pPr marL="342900" indent="-342900">
              <a:buAutoNum type="arabicPeriod"/>
            </a:pPr>
            <a:r>
              <a:rPr lang="en-US" sz="1600" u="sng"/>
              <a:t>Effectiveness</a:t>
            </a:r>
            <a:br>
              <a:rPr lang="en-US" sz="1600"/>
            </a:br>
            <a:r>
              <a:rPr lang="en-US" sz="1600"/>
              <a:t>Supports better weed management</a:t>
            </a:r>
          </a:p>
        </p:txBody>
      </p:sp>
      <p:sp>
        <p:nvSpPr>
          <p:cNvPr id="12" name="TextBox 11">
            <a:extLst>
              <a:ext uri="{FF2B5EF4-FFF2-40B4-BE49-F238E27FC236}">
                <a16:creationId xmlns:a16="http://schemas.microsoft.com/office/drawing/2014/main" id="{9E478E06-78AF-49B5-A691-B10C50040814}"/>
              </a:ext>
            </a:extLst>
          </p:cNvPr>
          <p:cNvSpPr txBox="1"/>
          <p:nvPr/>
        </p:nvSpPr>
        <p:spPr>
          <a:xfrm>
            <a:off x="8221343" y="878539"/>
            <a:ext cx="3296270" cy="4727276"/>
          </a:xfrm>
          <a:prstGeom prst="roundRect">
            <a:avLst/>
          </a:prstGeom>
          <a:ln>
            <a:solidFill>
              <a:srgbClr val="0035CD"/>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altLang="ko-KR" b="1">
                <a:ea typeface="맑은 고딕"/>
              </a:rPr>
              <a:t>Our Solution</a:t>
            </a:r>
            <a:endParaRPr lang="en-US" altLang="ko-KR" b="1"/>
          </a:p>
          <a:p>
            <a:pPr algn="ctr"/>
            <a:endParaRPr lang="en-US" altLang="ko-KR" b="1">
              <a:ea typeface="맑은 고딕"/>
            </a:endParaRPr>
          </a:p>
          <a:p>
            <a:endParaRPr lang="en-US" sz="1600">
              <a:ea typeface="맑은 고딕"/>
            </a:endParaRPr>
          </a:p>
          <a:p>
            <a:pPr algn="ctr"/>
            <a:r>
              <a:rPr lang="en-US" sz="1600" b="1"/>
              <a:t>Offline Ranger Prioritization </a:t>
            </a:r>
          </a:p>
          <a:p>
            <a:pPr algn="ctr"/>
            <a:r>
              <a:rPr lang="en-US" sz="1600" b="1"/>
              <a:t>&amp; Support App</a:t>
            </a:r>
          </a:p>
          <a:p>
            <a:pPr algn="ctr"/>
            <a:endParaRPr lang="en-US" sz="1600"/>
          </a:p>
          <a:p>
            <a:pPr algn="ctr"/>
            <a:r>
              <a:rPr lang="en-US" sz="1600" i="1"/>
              <a:t>Suitability: </a:t>
            </a:r>
            <a:r>
              <a:rPr lang="en-US" sz="1600" b="1" i="1"/>
              <a:t>90/100</a:t>
            </a:r>
          </a:p>
          <a:p>
            <a:pPr algn="ctr"/>
            <a:endParaRPr lang="en-US" sz="1600"/>
          </a:p>
          <a:p>
            <a:pPr algn="ctr"/>
            <a:endParaRPr lang="en-US" sz="1600"/>
          </a:p>
          <a:p>
            <a:pPr marL="285750" indent="-285750">
              <a:buFont typeface="Wingdings"/>
              <a:buChar char="ü"/>
            </a:pPr>
            <a:r>
              <a:rPr lang="en-US" sz="1600"/>
              <a:t>Offline use</a:t>
            </a:r>
          </a:p>
          <a:p>
            <a:pPr marL="285750" indent="-285750">
              <a:buFont typeface="Wingdings"/>
              <a:buChar char="ü"/>
            </a:pPr>
            <a:endParaRPr lang="en-US" sz="1600"/>
          </a:p>
          <a:p>
            <a:pPr marL="285750" indent="-285750">
              <a:buFont typeface="Wingdings"/>
              <a:buChar char="ü"/>
            </a:pPr>
            <a:r>
              <a:rPr lang="en-US" sz="1600"/>
              <a:t>Weed records &amp; mapping</a:t>
            </a:r>
          </a:p>
          <a:p>
            <a:pPr marL="285750" indent="-285750">
              <a:buFont typeface="Wingdings"/>
              <a:buChar char="ü"/>
            </a:pPr>
            <a:endParaRPr lang="en-US" sz="1600"/>
          </a:p>
          <a:p>
            <a:pPr marL="285750" indent="-285750">
              <a:buFont typeface="Wingdings"/>
              <a:buChar char="ü"/>
            </a:pPr>
            <a:r>
              <a:rPr lang="en-US" sz="1600"/>
              <a:t>Treatment prioritization</a:t>
            </a:r>
          </a:p>
          <a:p>
            <a:pPr marL="285750" indent="-285750">
              <a:buFont typeface="Wingdings"/>
              <a:buChar char="ü"/>
            </a:pPr>
            <a:endParaRPr lang="en-US" sz="1600"/>
          </a:p>
          <a:p>
            <a:pPr marL="285750" indent="-285750">
              <a:buFont typeface="Wingdings"/>
              <a:buChar char="ü"/>
            </a:pPr>
            <a:r>
              <a:rPr lang="en-US" sz="1600"/>
              <a:t>Follow-up support</a:t>
            </a:r>
          </a:p>
          <a:p>
            <a:pPr marL="285750" indent="-285750">
              <a:buFont typeface="Wingdings"/>
              <a:buChar char="ü"/>
            </a:pPr>
            <a:endParaRPr lang="en-US" sz="1600"/>
          </a:p>
        </p:txBody>
      </p:sp>
    </p:spTree>
    <p:extLst>
      <p:ext uri="{BB962C8B-B14F-4D97-AF65-F5344CB8AC3E}">
        <p14:creationId xmlns:p14="http://schemas.microsoft.com/office/powerpoint/2010/main" val="1789571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F540A-4641-E22B-D487-B6BAF26AB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B8987A-56D5-B51B-7B6E-C7A4491763B2}"/>
              </a:ext>
            </a:extLst>
          </p:cNvPr>
          <p:cNvSpPr txBox="1"/>
          <p:nvPr/>
        </p:nvSpPr>
        <p:spPr>
          <a:xfrm>
            <a:off x="362066" y="261067"/>
            <a:ext cx="7073951" cy="646331"/>
          </a:xfrm>
          <a:prstGeom prst="rect">
            <a:avLst/>
          </a:prstGeom>
          <a:noFill/>
        </p:spPr>
        <p:txBody>
          <a:bodyPr wrap="square" lIns="91440" tIns="45720" rIns="91440" bIns="45720" rtlCol="0" anchor="t">
            <a:spAutoFit/>
          </a:bodyPr>
          <a:lstStyle/>
          <a:p>
            <a:r>
              <a:rPr lang="en-US" sz="3600" b="1">
                <a:solidFill>
                  <a:srgbClr val="0F4BEA"/>
                </a:solidFill>
                <a:latin typeface="Aptos"/>
                <a:cs typeface="Arial"/>
              </a:rPr>
              <a:t>References</a:t>
            </a:r>
          </a:p>
        </p:txBody>
      </p:sp>
      <p:sp>
        <p:nvSpPr>
          <p:cNvPr id="4" name="TextBox 3">
            <a:extLst>
              <a:ext uri="{FF2B5EF4-FFF2-40B4-BE49-F238E27FC236}">
                <a16:creationId xmlns:a16="http://schemas.microsoft.com/office/drawing/2014/main" id="{71DBE66F-3589-0EAD-B616-B0B46511261E}"/>
              </a:ext>
            </a:extLst>
          </p:cNvPr>
          <p:cNvSpPr txBox="1"/>
          <p:nvPr/>
        </p:nvSpPr>
        <p:spPr>
          <a:xfrm>
            <a:off x="637693" y="996298"/>
            <a:ext cx="10916613" cy="4801314"/>
          </a:xfrm>
          <a:prstGeom prst="rect">
            <a:avLst/>
          </a:prstGeom>
          <a:noFill/>
        </p:spPr>
        <p:txBody>
          <a:bodyPr wrap="square" lIns="91440" tIns="45720" rIns="91440" bIns="45720" rtlCol="0">
            <a:spAutoFit/>
          </a:bodyPr>
          <a:lstStyle/>
          <a:p>
            <a:pPr marL="432000" indent="-457200"/>
            <a:r>
              <a:rPr lang="en-ID"/>
              <a:t>Earl, C. (2018a). </a:t>
            </a:r>
            <a:r>
              <a:rPr lang="en-ID" i="1"/>
              <a:t>Elaine Liddy on the road</a:t>
            </a:r>
            <a:r>
              <a:rPr lang="en-ID"/>
              <a:t> [Photograph]. </a:t>
            </a:r>
            <a:r>
              <a:rPr lang="en-ID" i="1"/>
              <a:t>The Guardian</a:t>
            </a:r>
            <a:r>
              <a:rPr lang="en-ID"/>
              <a:t>. </a:t>
            </a:r>
            <a:r>
              <a:rPr lang="en-ID">
                <a:hlinkClick r:id="rId3"/>
              </a:rPr>
              <a:t>https://www.theguardian.com/environment/2018/dec/20/life-on-the-land-with-the-lama-lama-rangers-a-picture-essay</a:t>
            </a:r>
            <a:endParaRPr lang="en-ID"/>
          </a:p>
          <a:p>
            <a:pPr marL="432000" indent="-457200"/>
            <a:r>
              <a:rPr lang="en-ID"/>
              <a:t>Earl, C. (2018b). </a:t>
            </a:r>
            <a:r>
              <a:rPr lang="en-ID" i="1"/>
              <a:t>Karen Liddy and Elaine Liddy, both rangers in the park</a:t>
            </a:r>
            <a:r>
              <a:rPr lang="en-ID"/>
              <a:t> [Photograph]. </a:t>
            </a:r>
            <a:r>
              <a:rPr lang="en-ID" i="1"/>
              <a:t>The Guardian</a:t>
            </a:r>
            <a:r>
              <a:rPr lang="en-ID"/>
              <a:t>. </a:t>
            </a:r>
            <a:r>
              <a:rPr lang="en-ID">
                <a:hlinkClick r:id="rId4"/>
              </a:rPr>
              <a:t>https://www.theguardian.com/environment/2018/dec/20/life-on-the-land-with-the-lama-lama-rangers-a-picture-essay</a:t>
            </a:r>
            <a:endParaRPr lang="en-ID"/>
          </a:p>
          <a:p>
            <a:pPr marL="432000" indent="-457200"/>
            <a:r>
              <a:rPr lang="en-ID"/>
              <a:t>Earl, C. (2018c). </a:t>
            </a:r>
            <a:r>
              <a:rPr lang="en-ID" i="1"/>
              <a:t>Rangers Elaine Liddy and Karen Liddy</a:t>
            </a:r>
            <a:r>
              <a:rPr lang="en-ID"/>
              <a:t> [Photograph]. </a:t>
            </a:r>
            <a:r>
              <a:rPr lang="en-ID" i="1"/>
              <a:t>The Guardian</a:t>
            </a:r>
            <a:r>
              <a:rPr lang="en-ID"/>
              <a:t>. </a:t>
            </a:r>
            <a:r>
              <a:rPr lang="en-ID">
                <a:hlinkClick r:id="rId4"/>
              </a:rPr>
              <a:t>https://www.theguardian.com/environment/2018/dec/20/life-on-the-land-with-the-lama-lama-rangers-a-picture-essay</a:t>
            </a:r>
            <a:endParaRPr lang="en-ID"/>
          </a:p>
          <a:p>
            <a:pPr marL="432000" indent="-457200"/>
            <a:r>
              <a:rPr lang="en-ID"/>
              <a:t>Earl, C. (2018d). Tea tree leaves [Photograph]. </a:t>
            </a:r>
            <a:r>
              <a:rPr lang="en-ID" i="1"/>
              <a:t>The Guardian</a:t>
            </a:r>
            <a:r>
              <a:rPr lang="en-ID"/>
              <a:t>. </a:t>
            </a:r>
            <a:r>
              <a:rPr lang="en-ID">
                <a:hlinkClick r:id="rId3"/>
              </a:rPr>
              <a:t>https://www.theguardian.com/environment/2018/dec/20/life-on-the-land-with-the-lama-lama-rangers-a-picture-essay</a:t>
            </a:r>
            <a:endParaRPr lang="en-ID"/>
          </a:p>
          <a:p>
            <a:pPr marL="432000" indent="-457200"/>
            <a:r>
              <a:rPr lang="en-ID"/>
              <a:t>Earl, C. (2018e). </a:t>
            </a:r>
            <a:r>
              <a:rPr lang="en-ID" i="1"/>
              <a:t>The rangers take a break from hours of fencing</a:t>
            </a:r>
            <a:r>
              <a:rPr lang="en-ID"/>
              <a:t> [Photograph]. </a:t>
            </a:r>
            <a:r>
              <a:rPr lang="en-ID" i="1"/>
              <a:t>The Guardian</a:t>
            </a:r>
            <a:r>
              <a:rPr lang="en-ID"/>
              <a:t>. </a:t>
            </a:r>
            <a:r>
              <a:rPr lang="en-ID">
                <a:hlinkClick r:id="rId4"/>
              </a:rPr>
              <a:t>https://www.theguardian.com/environment/2018/dec/20/life-on-the-land-with-the-lama-lama-rangers-a-picture-essay</a:t>
            </a:r>
            <a:endParaRPr lang="en-ID"/>
          </a:p>
          <a:p>
            <a:endParaRPr lang="en-ID"/>
          </a:p>
          <a:p>
            <a:pPr marL="457200" indent="-457200"/>
            <a:endParaRPr lang="en-US"/>
          </a:p>
        </p:txBody>
      </p:sp>
    </p:spTree>
    <p:extLst>
      <p:ext uri="{BB962C8B-B14F-4D97-AF65-F5344CB8AC3E}">
        <p14:creationId xmlns:p14="http://schemas.microsoft.com/office/powerpoint/2010/main" val="302941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279F0F-16EE-1ABE-FC2C-78BBC526C11F}"/>
              </a:ext>
            </a:extLst>
          </p:cNvPr>
          <p:cNvSpPr txBox="1"/>
          <p:nvPr/>
        </p:nvSpPr>
        <p:spPr>
          <a:xfrm>
            <a:off x="362066" y="261067"/>
            <a:ext cx="7073951" cy="646331"/>
          </a:xfrm>
          <a:prstGeom prst="rect">
            <a:avLst/>
          </a:prstGeom>
          <a:noFill/>
        </p:spPr>
        <p:txBody>
          <a:bodyPr wrap="square" lIns="91440" tIns="45720" rIns="91440" bIns="45720" rtlCol="0" anchor="t">
            <a:spAutoFit/>
          </a:bodyPr>
          <a:lstStyle/>
          <a:p>
            <a:r>
              <a:rPr lang="en-US" sz="3600" b="1">
                <a:solidFill>
                  <a:srgbClr val="0F4BEA"/>
                </a:solidFill>
                <a:latin typeface="Aptos"/>
                <a:cs typeface="Arial"/>
              </a:rPr>
              <a:t>References</a:t>
            </a:r>
          </a:p>
        </p:txBody>
      </p:sp>
      <p:sp>
        <p:nvSpPr>
          <p:cNvPr id="4" name="TextBox 3">
            <a:extLst>
              <a:ext uri="{FF2B5EF4-FFF2-40B4-BE49-F238E27FC236}">
                <a16:creationId xmlns:a16="http://schemas.microsoft.com/office/drawing/2014/main" id="{0399FFFE-A067-2F7B-B789-27B23ED67DD6}"/>
              </a:ext>
            </a:extLst>
          </p:cNvPr>
          <p:cNvSpPr txBox="1"/>
          <p:nvPr/>
        </p:nvSpPr>
        <p:spPr>
          <a:xfrm>
            <a:off x="637693" y="986912"/>
            <a:ext cx="10916613" cy="4247317"/>
          </a:xfrm>
          <a:prstGeom prst="rect">
            <a:avLst/>
          </a:prstGeom>
          <a:noFill/>
        </p:spPr>
        <p:txBody>
          <a:bodyPr wrap="square" lIns="91440" tIns="45720" rIns="91440" bIns="45720" rtlCol="0">
            <a:spAutoFit/>
          </a:bodyPr>
          <a:lstStyle/>
          <a:p>
            <a:pPr marL="457200" indent="-457200"/>
            <a:r>
              <a:rPr lang="en-ID">
                <a:ea typeface="+mn-lt"/>
                <a:cs typeface="+mn-lt"/>
              </a:rPr>
              <a:t>Engineers Without Borders. (2026). </a:t>
            </a:r>
            <a:r>
              <a:rPr lang="en-ID" i="1">
                <a:ea typeface="+mn-lt"/>
                <a:cs typeface="+mn-lt"/>
              </a:rPr>
              <a:t>Design Area 4 – Augmenting the ranger program: Weed management innovation</a:t>
            </a:r>
            <a:r>
              <a:rPr lang="en-ID">
                <a:ea typeface="+mn-lt"/>
                <a:cs typeface="+mn-lt"/>
              </a:rPr>
              <a:t>. EWB Challenge. </a:t>
            </a:r>
            <a:r>
              <a:rPr lang="en-US">
                <a:ea typeface="+mn-lt"/>
                <a:cs typeface="+mn-lt"/>
                <a:hlinkClick r:id="rId3"/>
              </a:rPr>
              <a:t>https://ewbchallenge.org/challenge/port-stewart-lama-lama/design-area-4-augmenting-the-ranger-program/</a:t>
            </a:r>
            <a:endParaRPr lang="en-US">
              <a:ea typeface="+mn-lt"/>
              <a:cs typeface="+mn-lt"/>
            </a:endParaRPr>
          </a:p>
          <a:p>
            <a:pPr marL="432000" indent="-457200"/>
            <a:r>
              <a:rPr lang="en-ID" err="1"/>
              <a:t>Yintjingga</a:t>
            </a:r>
            <a:r>
              <a:rPr lang="en-ID"/>
              <a:t> Aboriginal Corporation. (n.d.-a). [Lama Lama people reviewing a map during national parks joint management] [Photograph]. </a:t>
            </a:r>
            <a:r>
              <a:rPr lang="en-ID">
                <a:hlinkClick r:id="rId4"/>
              </a:rPr>
              <a:t>https://www.lamalama.org.au/national-parks-joint-management/</a:t>
            </a:r>
            <a:endParaRPr lang="en-ID"/>
          </a:p>
          <a:p>
            <a:pPr marL="432000" indent="-457200"/>
            <a:r>
              <a:rPr lang="en-ID" err="1"/>
              <a:t>Yintjingga</a:t>
            </a:r>
            <a:r>
              <a:rPr lang="en-ID"/>
              <a:t> Aboriginal Corporation. (n.d.-b). </a:t>
            </a:r>
            <a:r>
              <a:rPr lang="en-ID" i="1"/>
              <a:t>Lama Lama rangers</a:t>
            </a:r>
            <a:r>
              <a:rPr lang="en-ID"/>
              <a:t>. Welcome to Lama Lama Country. </a:t>
            </a:r>
            <a:r>
              <a:rPr lang="en-ID">
                <a:hlinkClick r:id="rId5"/>
              </a:rPr>
              <a:t>https://www.lamalama.org.au/lama-lama-rangers/</a:t>
            </a:r>
            <a:endParaRPr lang="en-ID"/>
          </a:p>
          <a:p>
            <a:pPr marL="432000" indent="-457200"/>
            <a:r>
              <a:rPr lang="en-ID" err="1"/>
              <a:t>Yintjingga</a:t>
            </a:r>
            <a:r>
              <a:rPr lang="en-ID"/>
              <a:t> Aboriginal Corporation. (n.d.-c). [Lama Lama Rangers standing on Country] [Photograph]. </a:t>
            </a:r>
            <a:r>
              <a:rPr lang="en-ID">
                <a:hlinkClick r:id="rId6"/>
              </a:rPr>
              <a:t>https://www.lamalama.org.au/about-us/</a:t>
            </a:r>
            <a:endParaRPr lang="en-ID"/>
          </a:p>
          <a:p>
            <a:pPr marL="432000" indent="-457200"/>
            <a:r>
              <a:rPr lang="en-ID" err="1"/>
              <a:t>Yintjingga</a:t>
            </a:r>
            <a:r>
              <a:rPr lang="en-ID"/>
              <a:t> Aboriginal Corporation. (n.d.-d). </a:t>
            </a:r>
            <a:r>
              <a:rPr lang="en-ID" i="1"/>
              <a:t>Weed monitoring</a:t>
            </a:r>
            <a:r>
              <a:rPr lang="en-ID"/>
              <a:t>. Welcome to Lama Lama Country. </a:t>
            </a:r>
            <a:r>
              <a:rPr lang="en-ID">
                <a:hlinkClick r:id="rId7"/>
              </a:rPr>
              <a:t>https://www.lamalama.org.au/weed-monitoring/</a:t>
            </a:r>
            <a:endParaRPr lang="en-ID"/>
          </a:p>
          <a:p>
            <a:pPr marL="432000" indent="-457200"/>
            <a:endParaRPr lang="en-ID"/>
          </a:p>
          <a:p>
            <a:pPr marL="457200" indent="-457200"/>
            <a:endParaRPr lang="en-ID"/>
          </a:p>
          <a:p>
            <a:pPr marL="457200" indent="-457200"/>
            <a:endParaRPr lang="en-ID"/>
          </a:p>
          <a:p>
            <a:pPr marL="457200" indent="-457200"/>
            <a:endParaRPr lang="en-US"/>
          </a:p>
        </p:txBody>
      </p:sp>
    </p:spTree>
    <p:extLst>
      <p:ext uri="{BB962C8B-B14F-4D97-AF65-F5344CB8AC3E}">
        <p14:creationId xmlns:p14="http://schemas.microsoft.com/office/powerpoint/2010/main" val="1820912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1110;p48">
            <a:extLst>
              <a:ext uri="{FF2B5EF4-FFF2-40B4-BE49-F238E27FC236}">
                <a16:creationId xmlns:a16="http://schemas.microsoft.com/office/drawing/2014/main" id="{F4405B3E-4EFB-058F-8415-DE0A175A4657}"/>
              </a:ext>
            </a:extLst>
          </p:cNvPr>
          <p:cNvGrpSpPr/>
          <p:nvPr/>
        </p:nvGrpSpPr>
        <p:grpSpPr>
          <a:xfrm>
            <a:off x="0" y="-36"/>
            <a:ext cx="12192000" cy="6878852"/>
            <a:chOff x="774700" y="444500"/>
            <a:chExt cx="22831425" cy="12882563"/>
          </a:xfrm>
          <a:solidFill>
            <a:srgbClr val="0F4BEA"/>
          </a:solidFill>
        </p:grpSpPr>
        <p:sp>
          <p:nvSpPr>
            <p:cNvPr id="6" name="Google Shape;1111;p48">
              <a:extLst>
                <a:ext uri="{FF2B5EF4-FFF2-40B4-BE49-F238E27FC236}">
                  <a16:creationId xmlns:a16="http://schemas.microsoft.com/office/drawing/2014/main" id="{B7CC3CB4-89F8-9D1D-5361-62FB88CF392B}"/>
                </a:ext>
              </a:extLst>
            </p:cNvPr>
            <p:cNvSpPr/>
            <p:nvPr/>
          </p:nvSpPr>
          <p:spPr>
            <a:xfrm>
              <a:off x="774700" y="2552700"/>
              <a:ext cx="2508250" cy="7467600"/>
            </a:xfrm>
            <a:custGeom>
              <a:avLst/>
              <a:gdLst/>
              <a:ahLst/>
              <a:cxnLst/>
              <a:rect l="l" t="t" r="r" b="b"/>
              <a:pathLst>
                <a:path w="21600" h="21600" extrusionOk="0">
                  <a:moveTo>
                    <a:pt x="0" y="21600"/>
                  </a:moveTo>
                  <a:lnTo>
                    <a:pt x="21600" y="18668"/>
                  </a:lnTo>
                  <a:lnTo>
                    <a:pt x="14067" y="7698"/>
                  </a:lnTo>
                  <a:lnTo>
                    <a:pt x="0" y="0"/>
                  </a:lnTo>
                  <a:cubicBezTo>
                    <a:pt x="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7" name="Google Shape;1112;p48">
              <a:extLst>
                <a:ext uri="{FF2B5EF4-FFF2-40B4-BE49-F238E27FC236}">
                  <a16:creationId xmlns:a16="http://schemas.microsoft.com/office/drawing/2014/main" id="{A9DB2BF9-54E9-6925-9466-8E85B7C96AEF}"/>
                </a:ext>
              </a:extLst>
            </p:cNvPr>
            <p:cNvSpPr/>
            <p:nvPr/>
          </p:nvSpPr>
          <p:spPr>
            <a:xfrm>
              <a:off x="1930400" y="2171700"/>
              <a:ext cx="8280400" cy="8612188"/>
            </a:xfrm>
            <a:custGeom>
              <a:avLst/>
              <a:gdLst/>
              <a:ahLst/>
              <a:cxnLst/>
              <a:rect l="l" t="t" r="r" b="b"/>
              <a:pathLst>
                <a:path w="21600" h="21600" extrusionOk="0">
                  <a:moveTo>
                    <a:pt x="3659" y="16746"/>
                  </a:moveTo>
                  <a:lnTo>
                    <a:pt x="9755" y="21600"/>
                  </a:lnTo>
                  <a:lnTo>
                    <a:pt x="21600" y="15739"/>
                  </a:lnTo>
                  <a:lnTo>
                    <a:pt x="17941" y="4854"/>
                  </a:lnTo>
                  <a:lnTo>
                    <a:pt x="11845" y="0"/>
                  </a:lnTo>
                  <a:lnTo>
                    <a:pt x="0" y="5861"/>
                  </a:lnTo>
                  <a:cubicBezTo>
                    <a:pt x="0" y="5861"/>
                    <a:pt x="3659" y="16746"/>
                    <a:pt x="3659" y="16746"/>
                  </a:cubicBezTo>
                  <a:close/>
                  <a:moveTo>
                    <a:pt x="3659" y="16746"/>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8" name="Google Shape;1113;p48">
              <a:extLst>
                <a:ext uri="{FF2B5EF4-FFF2-40B4-BE49-F238E27FC236}">
                  <a16:creationId xmlns:a16="http://schemas.microsoft.com/office/drawing/2014/main" id="{7C54D081-42B4-CA54-73C8-8DFC5D64F832}"/>
                </a:ext>
              </a:extLst>
            </p:cNvPr>
            <p:cNvSpPr/>
            <p:nvPr/>
          </p:nvSpPr>
          <p:spPr>
            <a:xfrm>
              <a:off x="774700" y="9563100"/>
              <a:ext cx="2284413" cy="3762375"/>
            </a:xfrm>
            <a:custGeom>
              <a:avLst/>
              <a:gdLst/>
              <a:ahLst/>
              <a:cxnLst/>
              <a:rect l="l" t="t" r="r" b="b"/>
              <a:pathLst>
                <a:path w="21600" h="21600" extrusionOk="0">
                  <a:moveTo>
                    <a:pt x="0" y="21600"/>
                  </a:moveTo>
                  <a:lnTo>
                    <a:pt x="21600" y="21600"/>
                  </a:lnTo>
                  <a:lnTo>
                    <a:pt x="13210" y="6221"/>
                  </a:lnTo>
                  <a:lnTo>
                    <a:pt x="0" y="0"/>
                  </a:lnTo>
                  <a:cubicBezTo>
                    <a:pt x="0" y="0"/>
                    <a:pt x="0" y="21600"/>
                    <a:pt x="0" y="21600"/>
                  </a:cubicBezTo>
                  <a:close/>
                  <a:moveTo>
                    <a:pt x="0" y="21600"/>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9" name="Google Shape;1114;p48">
              <a:extLst>
                <a:ext uri="{FF2B5EF4-FFF2-40B4-BE49-F238E27FC236}">
                  <a16:creationId xmlns:a16="http://schemas.microsoft.com/office/drawing/2014/main" id="{3EBD2E6B-289A-B7BA-6F47-123C68E7919F}"/>
                </a:ext>
              </a:extLst>
            </p:cNvPr>
            <p:cNvSpPr/>
            <p:nvPr/>
          </p:nvSpPr>
          <p:spPr>
            <a:xfrm>
              <a:off x="15214600" y="2247900"/>
              <a:ext cx="8374063" cy="8461375"/>
            </a:xfrm>
            <a:custGeom>
              <a:avLst/>
              <a:gdLst/>
              <a:ahLst/>
              <a:cxnLst/>
              <a:rect l="l" t="t" r="r" b="b"/>
              <a:pathLst>
                <a:path w="21600" h="21600" extrusionOk="0">
                  <a:moveTo>
                    <a:pt x="0" y="8449"/>
                  </a:moveTo>
                  <a:lnTo>
                    <a:pt x="5636" y="16022"/>
                  </a:lnTo>
                  <a:lnTo>
                    <a:pt x="12209" y="21600"/>
                  </a:lnTo>
                  <a:lnTo>
                    <a:pt x="21600" y="13151"/>
                  </a:lnTo>
                  <a:lnTo>
                    <a:pt x="15964" y="5578"/>
                  </a:lnTo>
                  <a:lnTo>
                    <a:pt x="9391" y="0"/>
                  </a:lnTo>
                  <a:cubicBezTo>
                    <a:pt x="9391" y="0"/>
                    <a:pt x="0" y="8449"/>
                    <a:pt x="0" y="8449"/>
                  </a:cubicBezTo>
                  <a:close/>
                  <a:moveTo>
                    <a:pt x="0" y="8449"/>
                  </a:moveTo>
                </a:path>
              </a:pathLst>
            </a:custGeom>
            <a:grp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0" name="Google Shape;1115;p48">
              <a:extLst>
                <a:ext uri="{FF2B5EF4-FFF2-40B4-BE49-F238E27FC236}">
                  <a16:creationId xmlns:a16="http://schemas.microsoft.com/office/drawing/2014/main" id="{B10FE027-6480-C943-C721-B2A1B997069D}"/>
                </a:ext>
              </a:extLst>
            </p:cNvPr>
            <p:cNvSpPr/>
            <p:nvPr/>
          </p:nvSpPr>
          <p:spPr>
            <a:xfrm>
              <a:off x="2882900" y="8775700"/>
              <a:ext cx="6864350" cy="4549775"/>
            </a:xfrm>
            <a:custGeom>
              <a:avLst/>
              <a:gdLst/>
              <a:ahLst/>
              <a:cxnLst/>
              <a:rect l="l" t="t" r="r" b="b"/>
              <a:pathLst>
                <a:path w="21600" h="21600" extrusionOk="0">
                  <a:moveTo>
                    <a:pt x="665" y="16683"/>
                  </a:moveTo>
                  <a:lnTo>
                    <a:pt x="0" y="21600"/>
                  </a:lnTo>
                  <a:lnTo>
                    <a:pt x="19825" y="21600"/>
                  </a:lnTo>
                  <a:lnTo>
                    <a:pt x="21600" y="8467"/>
                  </a:lnTo>
                  <a:lnTo>
                    <a:pt x="6277" y="0"/>
                  </a:lnTo>
                  <a:cubicBezTo>
                    <a:pt x="6277" y="0"/>
                    <a:pt x="665" y="16683"/>
                    <a:pt x="665" y="16683"/>
                  </a:cubicBezTo>
                  <a:close/>
                  <a:moveTo>
                    <a:pt x="665" y="16683"/>
                  </a:moveTo>
                </a:path>
              </a:pathLst>
            </a:custGeom>
            <a:grp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1" name="Google Shape;1116;p48">
              <a:extLst>
                <a:ext uri="{FF2B5EF4-FFF2-40B4-BE49-F238E27FC236}">
                  <a16:creationId xmlns:a16="http://schemas.microsoft.com/office/drawing/2014/main" id="{6D59E4FC-451D-86D2-A112-0B3BDFF19FDD}"/>
                </a:ext>
              </a:extLst>
            </p:cNvPr>
            <p:cNvSpPr/>
            <p:nvPr/>
          </p:nvSpPr>
          <p:spPr>
            <a:xfrm>
              <a:off x="774700" y="444500"/>
              <a:ext cx="1931988" cy="2206625"/>
            </a:xfrm>
            <a:custGeom>
              <a:avLst/>
              <a:gdLst/>
              <a:ahLst/>
              <a:cxnLst/>
              <a:rect l="l" t="t" r="r" b="b"/>
              <a:pathLst>
                <a:path w="21600" h="21600" extrusionOk="0">
                  <a:moveTo>
                    <a:pt x="0" y="0"/>
                  </a:moveTo>
                  <a:lnTo>
                    <a:pt x="0" y="21600"/>
                  </a:lnTo>
                  <a:lnTo>
                    <a:pt x="14245" y="20250"/>
                  </a:lnTo>
                  <a:lnTo>
                    <a:pt x="21600" y="13862"/>
                  </a:lnTo>
                  <a:lnTo>
                    <a:pt x="19649" y="0"/>
                  </a:lnTo>
                  <a:cubicBezTo>
                    <a:pt x="19649" y="0"/>
                    <a:pt x="0" y="0"/>
                    <a:pt x="0" y="0"/>
                  </a:cubicBezTo>
                  <a:close/>
                  <a:moveTo>
                    <a:pt x="0" y="0"/>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2" name="Google Shape;1117;p48">
              <a:extLst>
                <a:ext uri="{FF2B5EF4-FFF2-40B4-BE49-F238E27FC236}">
                  <a16:creationId xmlns:a16="http://schemas.microsoft.com/office/drawing/2014/main" id="{11D8B45F-B506-7330-7C6D-C4A613F451CF}"/>
                </a:ext>
              </a:extLst>
            </p:cNvPr>
            <p:cNvSpPr/>
            <p:nvPr/>
          </p:nvSpPr>
          <p:spPr>
            <a:xfrm>
              <a:off x="22733000" y="444500"/>
              <a:ext cx="869950" cy="2062163"/>
            </a:xfrm>
            <a:custGeom>
              <a:avLst/>
              <a:gdLst/>
              <a:ahLst/>
              <a:cxnLst/>
              <a:rect l="l" t="t" r="r" b="b"/>
              <a:pathLst>
                <a:path w="21600" h="21600" extrusionOk="0">
                  <a:moveTo>
                    <a:pt x="4537" y="0"/>
                  </a:moveTo>
                  <a:lnTo>
                    <a:pt x="0" y="13841"/>
                  </a:lnTo>
                  <a:lnTo>
                    <a:pt x="18139" y="21425"/>
                  </a:lnTo>
                  <a:lnTo>
                    <a:pt x="21600" y="21600"/>
                  </a:lnTo>
                  <a:lnTo>
                    <a:pt x="21600" y="0"/>
                  </a:lnTo>
                  <a:cubicBezTo>
                    <a:pt x="21600" y="0"/>
                    <a:pt x="4537" y="0"/>
                    <a:pt x="4537" y="0"/>
                  </a:cubicBezTo>
                  <a:close/>
                  <a:moveTo>
                    <a:pt x="4537" y="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3" name="Google Shape;1118;p48">
              <a:extLst>
                <a:ext uri="{FF2B5EF4-FFF2-40B4-BE49-F238E27FC236}">
                  <a16:creationId xmlns:a16="http://schemas.microsoft.com/office/drawing/2014/main" id="{6EA21FEB-05C1-DB8B-4BB6-A5EF8A1B1A5F}"/>
                </a:ext>
              </a:extLst>
            </p:cNvPr>
            <p:cNvSpPr/>
            <p:nvPr/>
          </p:nvSpPr>
          <p:spPr>
            <a:xfrm>
              <a:off x="20929600" y="3848100"/>
              <a:ext cx="2671763" cy="6665913"/>
            </a:xfrm>
            <a:custGeom>
              <a:avLst/>
              <a:gdLst/>
              <a:ahLst/>
              <a:cxnLst/>
              <a:rect l="l" t="t" r="r" b="b"/>
              <a:pathLst>
                <a:path w="21600" h="21600" extrusionOk="0">
                  <a:moveTo>
                    <a:pt x="0" y="5984"/>
                  </a:moveTo>
                  <a:lnTo>
                    <a:pt x="21600" y="21600"/>
                  </a:lnTo>
                  <a:lnTo>
                    <a:pt x="21600" y="0"/>
                  </a:lnTo>
                  <a:cubicBezTo>
                    <a:pt x="21600" y="0"/>
                    <a:pt x="0" y="5984"/>
                    <a:pt x="0" y="5984"/>
                  </a:cubicBezTo>
                  <a:close/>
                  <a:moveTo>
                    <a:pt x="0" y="5984"/>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4" name="Google Shape;1119;p48">
              <a:extLst>
                <a:ext uri="{FF2B5EF4-FFF2-40B4-BE49-F238E27FC236}">
                  <a16:creationId xmlns:a16="http://schemas.microsoft.com/office/drawing/2014/main" id="{2260F9AD-B8FF-A0F0-A70E-348A602E82F0}"/>
                </a:ext>
              </a:extLst>
            </p:cNvPr>
            <p:cNvSpPr/>
            <p:nvPr/>
          </p:nvSpPr>
          <p:spPr>
            <a:xfrm>
              <a:off x="8458200" y="2501900"/>
              <a:ext cx="8559800" cy="7967663"/>
            </a:xfrm>
            <a:custGeom>
              <a:avLst/>
              <a:gdLst/>
              <a:ahLst/>
              <a:cxnLst/>
              <a:rect l="l" t="t" r="r" b="b"/>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grp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5" name="Google Shape;1120;p48">
              <a:extLst>
                <a:ext uri="{FF2B5EF4-FFF2-40B4-BE49-F238E27FC236}">
                  <a16:creationId xmlns:a16="http://schemas.microsoft.com/office/drawing/2014/main" id="{8338EFB6-F32C-6F54-4274-C8769DE195F3}"/>
                </a:ext>
              </a:extLst>
            </p:cNvPr>
            <p:cNvSpPr/>
            <p:nvPr/>
          </p:nvSpPr>
          <p:spPr>
            <a:xfrm>
              <a:off x="16205200" y="444500"/>
              <a:ext cx="7400925" cy="3733800"/>
            </a:xfrm>
            <a:custGeom>
              <a:avLst/>
              <a:gdLst/>
              <a:ahLst/>
              <a:cxnLst/>
              <a:rect l="l" t="t" r="r" b="b"/>
              <a:pathLst>
                <a:path w="21600" h="21600" extrusionOk="0">
                  <a:moveTo>
                    <a:pt x="0" y="0"/>
                  </a:moveTo>
                  <a:lnTo>
                    <a:pt x="2254" y="11257"/>
                  </a:lnTo>
                  <a:lnTo>
                    <a:pt x="7831" y="21600"/>
                  </a:lnTo>
                  <a:lnTo>
                    <a:pt x="21600" y="7679"/>
                  </a:lnTo>
                  <a:lnTo>
                    <a:pt x="21600" y="7260"/>
                  </a:lnTo>
                  <a:lnTo>
                    <a:pt x="20146" y="0"/>
                  </a:lnTo>
                  <a:cubicBezTo>
                    <a:pt x="20146" y="0"/>
                    <a:pt x="0" y="0"/>
                    <a:pt x="0" y="0"/>
                  </a:cubicBezTo>
                  <a:close/>
                  <a:moveTo>
                    <a:pt x="0" y="0"/>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6" name="Google Shape;1121;p48">
              <a:extLst>
                <a:ext uri="{FF2B5EF4-FFF2-40B4-BE49-F238E27FC236}">
                  <a16:creationId xmlns:a16="http://schemas.microsoft.com/office/drawing/2014/main" id="{6B8EB311-721F-6117-B18B-E10D721BEFC1}"/>
                </a:ext>
              </a:extLst>
            </p:cNvPr>
            <p:cNvSpPr/>
            <p:nvPr/>
          </p:nvSpPr>
          <p:spPr>
            <a:xfrm>
              <a:off x="9690100" y="444500"/>
              <a:ext cx="6400800" cy="3171825"/>
            </a:xfrm>
            <a:custGeom>
              <a:avLst/>
              <a:gdLst/>
              <a:ahLst/>
              <a:cxnLst/>
              <a:rect l="l" t="t" r="r" b="b"/>
              <a:pathLst>
                <a:path w="21600" h="21600" extrusionOk="0">
                  <a:moveTo>
                    <a:pt x="0" y="0"/>
                  </a:moveTo>
                  <a:lnTo>
                    <a:pt x="912" y="21600"/>
                  </a:lnTo>
                  <a:lnTo>
                    <a:pt x="21600" y="18093"/>
                  </a:lnTo>
                  <a:lnTo>
                    <a:pt x="21453" y="11090"/>
                  </a:lnTo>
                  <a:lnTo>
                    <a:pt x="20985" y="0"/>
                  </a:lnTo>
                  <a:cubicBezTo>
                    <a:pt x="20985" y="0"/>
                    <a:pt x="0" y="0"/>
                    <a:pt x="0" y="0"/>
                  </a:cubicBezTo>
                  <a:close/>
                  <a:moveTo>
                    <a:pt x="0" y="0"/>
                  </a:moveTo>
                </a:path>
              </a:pathLst>
            </a:custGeom>
            <a:grp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7" name="Google Shape;1122;p48">
              <a:extLst>
                <a:ext uri="{FF2B5EF4-FFF2-40B4-BE49-F238E27FC236}">
                  <a16:creationId xmlns:a16="http://schemas.microsoft.com/office/drawing/2014/main" id="{9EA0A2A4-28D2-89CD-5B14-2123BF154654}"/>
                </a:ext>
              </a:extLst>
            </p:cNvPr>
            <p:cNvSpPr/>
            <p:nvPr/>
          </p:nvSpPr>
          <p:spPr>
            <a:xfrm>
              <a:off x="1397000" y="444500"/>
              <a:ext cx="8455025" cy="4414838"/>
            </a:xfrm>
            <a:custGeom>
              <a:avLst/>
              <a:gdLst/>
              <a:ahLst/>
              <a:cxnLst/>
              <a:rect l="l" t="t" r="r" b="b"/>
              <a:pathLst>
                <a:path w="21600" h="21600" extrusionOk="0">
                  <a:moveTo>
                    <a:pt x="1384" y="0"/>
                  </a:moveTo>
                  <a:lnTo>
                    <a:pt x="0" y="8913"/>
                  </a:lnTo>
                  <a:lnTo>
                    <a:pt x="13612" y="21600"/>
                  </a:lnTo>
                  <a:lnTo>
                    <a:pt x="20237" y="8777"/>
                  </a:lnTo>
                  <a:lnTo>
                    <a:pt x="21600" y="0"/>
                  </a:lnTo>
                  <a:cubicBezTo>
                    <a:pt x="21600" y="0"/>
                    <a:pt x="1384" y="0"/>
                    <a:pt x="1384" y="0"/>
                  </a:cubicBezTo>
                  <a:close/>
                  <a:moveTo>
                    <a:pt x="1384" y="0"/>
                  </a:moveTo>
                </a:path>
              </a:pathLst>
            </a:custGeom>
            <a:grp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8" name="Google Shape;1123;p48">
              <a:extLst>
                <a:ext uri="{FF2B5EF4-FFF2-40B4-BE49-F238E27FC236}">
                  <a16:creationId xmlns:a16="http://schemas.microsoft.com/office/drawing/2014/main" id="{DD6053DE-900E-D39C-C360-093871EB833E}"/>
                </a:ext>
              </a:extLst>
            </p:cNvPr>
            <p:cNvSpPr/>
            <p:nvPr/>
          </p:nvSpPr>
          <p:spPr>
            <a:xfrm>
              <a:off x="7912100" y="8661400"/>
              <a:ext cx="9345613" cy="4660900"/>
            </a:xfrm>
            <a:custGeom>
              <a:avLst/>
              <a:gdLst/>
              <a:ahLst/>
              <a:cxnLst/>
              <a:rect l="l" t="t" r="r" b="b"/>
              <a:pathLst>
                <a:path w="21600" h="21600" extrusionOk="0">
                  <a:moveTo>
                    <a:pt x="5549" y="6130"/>
                  </a:moveTo>
                  <a:lnTo>
                    <a:pt x="0" y="16329"/>
                  </a:lnTo>
                  <a:lnTo>
                    <a:pt x="1064" y="21600"/>
                  </a:lnTo>
                  <a:lnTo>
                    <a:pt x="21600" y="21600"/>
                  </a:lnTo>
                  <a:lnTo>
                    <a:pt x="17240" y="0"/>
                  </a:lnTo>
                  <a:cubicBezTo>
                    <a:pt x="17240" y="0"/>
                    <a:pt x="5549" y="6130"/>
                    <a:pt x="5549" y="6130"/>
                  </a:cubicBezTo>
                  <a:close/>
                  <a:moveTo>
                    <a:pt x="5549" y="6130"/>
                  </a:moveTo>
                </a:path>
              </a:pathLst>
            </a:custGeom>
            <a:grp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19" name="Google Shape;1124;p48">
              <a:extLst>
                <a:ext uri="{FF2B5EF4-FFF2-40B4-BE49-F238E27FC236}">
                  <a16:creationId xmlns:a16="http://schemas.microsoft.com/office/drawing/2014/main" id="{79343C6E-1C6F-4B9E-BD85-35BFA4231918}"/>
                </a:ext>
              </a:extLst>
            </p:cNvPr>
            <p:cNvSpPr/>
            <p:nvPr/>
          </p:nvSpPr>
          <p:spPr>
            <a:xfrm>
              <a:off x="21831300" y="10248900"/>
              <a:ext cx="1773238" cy="3078163"/>
            </a:xfrm>
            <a:custGeom>
              <a:avLst/>
              <a:gdLst/>
              <a:ahLst/>
              <a:cxnLst/>
              <a:rect l="l" t="t" r="r" b="b"/>
              <a:pathLst>
                <a:path w="21600" h="21600" extrusionOk="0">
                  <a:moveTo>
                    <a:pt x="0" y="21600"/>
                  </a:moveTo>
                  <a:lnTo>
                    <a:pt x="21600" y="21600"/>
                  </a:lnTo>
                  <a:lnTo>
                    <a:pt x="21600" y="0"/>
                  </a:lnTo>
                  <a:cubicBezTo>
                    <a:pt x="21600" y="0"/>
                    <a:pt x="0" y="21600"/>
                    <a:pt x="0" y="21600"/>
                  </a:cubicBezTo>
                  <a:close/>
                  <a:moveTo>
                    <a:pt x="0" y="21600"/>
                  </a:moveTo>
                </a:path>
              </a:pathLst>
            </a:custGeom>
            <a:solidFill>
              <a:srgbClr val="0F4B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chemeClr val="dk1"/>
                </a:solidFill>
                <a:latin typeface="Arial"/>
                <a:ea typeface="Arial"/>
                <a:cs typeface="Arial"/>
                <a:sym typeface="Arial"/>
              </a:endParaRPr>
            </a:p>
          </p:txBody>
        </p:sp>
        <p:sp>
          <p:nvSpPr>
            <p:cNvPr id="20" name="Google Shape;1125;p48">
              <a:extLst>
                <a:ext uri="{FF2B5EF4-FFF2-40B4-BE49-F238E27FC236}">
                  <a16:creationId xmlns:a16="http://schemas.microsoft.com/office/drawing/2014/main" id="{E50EA2D4-0C52-3FDB-8EC5-22D91780D6D0}"/>
                </a:ext>
              </a:extLst>
            </p:cNvPr>
            <p:cNvSpPr/>
            <p:nvPr/>
          </p:nvSpPr>
          <p:spPr>
            <a:xfrm>
              <a:off x="14681200" y="8712200"/>
              <a:ext cx="8915400" cy="4610100"/>
            </a:xfrm>
            <a:custGeom>
              <a:avLst/>
              <a:gdLst/>
              <a:ahLst/>
              <a:cxnLst/>
              <a:rect l="l" t="t" r="r" b="b"/>
              <a:pathLst>
                <a:path w="21600" h="21600" extrusionOk="0">
                  <a:moveTo>
                    <a:pt x="5165" y="6060"/>
                  </a:moveTo>
                  <a:lnTo>
                    <a:pt x="0" y="15408"/>
                  </a:lnTo>
                  <a:lnTo>
                    <a:pt x="1147" y="21600"/>
                  </a:lnTo>
                  <a:lnTo>
                    <a:pt x="21600" y="21600"/>
                  </a:lnTo>
                  <a:lnTo>
                    <a:pt x="21600" y="19275"/>
                  </a:lnTo>
                  <a:lnTo>
                    <a:pt x="18031" y="0"/>
                  </a:lnTo>
                  <a:cubicBezTo>
                    <a:pt x="18031" y="0"/>
                    <a:pt x="5165" y="6060"/>
                    <a:pt x="5165" y="6060"/>
                  </a:cubicBezTo>
                  <a:close/>
                  <a:moveTo>
                    <a:pt x="5165" y="6060"/>
                  </a:moveTo>
                </a:path>
              </a:pathLst>
            </a:custGeom>
            <a:solidFill>
              <a:schemeClr val="tx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
                <a:solidFill>
                  <a:sysClr val="windowText" lastClr="000000"/>
                </a:solidFill>
                <a:latin typeface="Arial"/>
                <a:ea typeface="Arial"/>
                <a:cs typeface="Arial"/>
                <a:sym typeface="Arial"/>
              </a:endParaRPr>
            </a:p>
          </p:txBody>
        </p:sp>
      </p:grpSp>
      <p:sp>
        <p:nvSpPr>
          <p:cNvPr id="21" name="TextBox 20">
            <a:extLst>
              <a:ext uri="{FF2B5EF4-FFF2-40B4-BE49-F238E27FC236}">
                <a16:creationId xmlns:a16="http://schemas.microsoft.com/office/drawing/2014/main" id="{5A5A0239-ACD8-B4AA-9FC2-DE0C7A3EEF4D}"/>
              </a:ext>
            </a:extLst>
          </p:cNvPr>
          <p:cNvSpPr txBox="1"/>
          <p:nvPr/>
        </p:nvSpPr>
        <p:spPr>
          <a:xfrm>
            <a:off x="4914693" y="3019368"/>
            <a:ext cx="3110308" cy="523220"/>
          </a:xfrm>
          <a:prstGeom prst="rect">
            <a:avLst/>
          </a:prstGeom>
          <a:noFill/>
        </p:spPr>
        <p:txBody>
          <a:bodyPr wrap="square" lIns="91440" tIns="45720" rIns="91440" bIns="45720" rtlCol="0" anchor="t">
            <a:spAutoFit/>
          </a:bodyPr>
          <a:lstStyle/>
          <a:p>
            <a:pPr algn="ctr"/>
            <a:r>
              <a:rPr lang="en-US" sz="2800" b="1">
                <a:solidFill>
                  <a:schemeClr val="bg1"/>
                </a:solidFill>
                <a:latin typeface="Alliance No.1"/>
              </a:rPr>
              <a:t>Q&amp;A</a:t>
            </a:r>
          </a:p>
        </p:txBody>
      </p:sp>
      <p:pic>
        <p:nvPicPr>
          <p:cNvPr id="2" name="Picture 1">
            <a:extLst>
              <a:ext uri="{FF2B5EF4-FFF2-40B4-BE49-F238E27FC236}">
                <a16:creationId xmlns:a16="http://schemas.microsoft.com/office/drawing/2014/main" id="{B279C903-FB1A-F1E8-E479-C8E540458B72}"/>
              </a:ext>
            </a:extLst>
          </p:cNvPr>
          <p:cNvPicPr>
            <a:picLocks noChangeAspect="1"/>
          </p:cNvPicPr>
          <p:nvPr/>
        </p:nvPicPr>
        <p:blipFill>
          <a:blip r:embed="rId2"/>
          <a:srcRect/>
          <a:stretch>
            <a:fillRect/>
          </a:stretch>
        </p:blipFill>
        <p:spPr>
          <a:xfrm>
            <a:off x="9301215" y="5663255"/>
            <a:ext cx="1291164" cy="753942"/>
          </a:xfrm>
          <a:prstGeom prst="rect">
            <a:avLst/>
          </a:prstGeom>
        </p:spPr>
      </p:pic>
      <p:pic>
        <p:nvPicPr>
          <p:cNvPr id="3" name="Picture 2" descr="A white text on a black background&#10;&#10;Description automatically generated">
            <a:extLst>
              <a:ext uri="{FF2B5EF4-FFF2-40B4-BE49-F238E27FC236}">
                <a16:creationId xmlns:a16="http://schemas.microsoft.com/office/drawing/2014/main" id="{38A0DA23-8217-3C70-CA84-BBBCFAF5E05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32972" y="2684561"/>
            <a:ext cx="1190086" cy="1190086"/>
          </a:xfrm>
          <a:prstGeom prst="rect">
            <a:avLst/>
          </a:prstGeom>
        </p:spPr>
      </p:pic>
    </p:spTree>
    <p:extLst>
      <p:ext uri="{BB962C8B-B14F-4D97-AF65-F5344CB8AC3E}">
        <p14:creationId xmlns:p14="http://schemas.microsoft.com/office/powerpoint/2010/main" val="128081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PPLYORDER" val="1"/>
  <p:tag name="APPLYTYPE" val="SubTitle"/>
  <p:tag name="POCKET_APPLY_TIME" val="2019年2月14日"/>
  <p:tag name="POCKET_APPLY_TYPE" val="Slide"/>
</p:tagLst>
</file>

<file path=ppt/tags/tag2.xml><?xml version="1.0" encoding="utf-8"?>
<p:tagLst xmlns:a="http://schemas.openxmlformats.org/drawingml/2006/main" xmlns:r="http://schemas.openxmlformats.org/officeDocument/2006/relationships" xmlns:p="http://schemas.openxmlformats.org/presentationml/2006/main">
  <p:tag name="APPLYORDER" val="4"/>
  <p:tag name="APPLYTYPE" val="Other"/>
  <p:tag name="POCKET_APPLY_TIME" val="2019年2月14日"/>
  <p:tag name="POCKET_APPLY_TYPE" val="Slide"/>
</p:tagLst>
</file>

<file path=ppt/tags/tag3.xml><?xml version="1.0" encoding="utf-8"?>
<p:tagLst xmlns:a="http://schemas.openxmlformats.org/drawingml/2006/main" xmlns:r="http://schemas.openxmlformats.org/officeDocument/2006/relationships" xmlns:p="http://schemas.openxmlformats.org/presentationml/2006/main">
  <p:tag name="APPLYORDER" val="1"/>
  <p:tag name="APPLYTYPE" val="SubTitle"/>
  <p:tag name="POCKET_APPLY_TIME" val="2019年2月14日"/>
  <p:tag name="POCKET_APPLY_TYPE" val="Slide"/>
</p:tagLst>
</file>

<file path=ppt/tags/tag4.xml><?xml version="1.0" encoding="utf-8"?>
<p:tagLst xmlns:a="http://schemas.openxmlformats.org/drawingml/2006/main" xmlns:r="http://schemas.openxmlformats.org/officeDocument/2006/relationships" xmlns:p="http://schemas.openxmlformats.org/presentationml/2006/main">
  <p:tag name="APPLYORDER" val="4"/>
  <p:tag name="APPLYTYPE" val="Other"/>
  <p:tag name="POCKET_APPLY_TIME" val="2019年2月14日"/>
  <p:tag name="POCKET_APPLY_TYPE" val="Slide"/>
</p:tagLst>
</file>

<file path=ppt/tags/tag5.xml><?xml version="1.0" encoding="utf-8"?>
<p:tagLst xmlns:a="http://schemas.openxmlformats.org/drawingml/2006/main" xmlns:r="http://schemas.openxmlformats.org/officeDocument/2006/relationships" xmlns:p="http://schemas.openxmlformats.org/presentationml/2006/main">
  <p:tag name="APPLYORDER" val="1"/>
  <p:tag name="APPLYTYPE" val="SubTitle"/>
  <p:tag name="POCKET_APPLY_TIME" val="2019年2月14日"/>
  <p:tag name="POCKET_APPLY_TYPE" val="Slide"/>
</p:tagLst>
</file>

<file path=ppt/tags/tag6.xml><?xml version="1.0" encoding="utf-8"?>
<p:tagLst xmlns:a="http://schemas.openxmlformats.org/drawingml/2006/main" xmlns:r="http://schemas.openxmlformats.org/officeDocument/2006/relationships" xmlns:p="http://schemas.openxmlformats.org/presentationml/2006/main">
  <p:tag name="APPLYORDER" val="4"/>
  <p:tag name="APPLYTYPE" val="Other"/>
  <p:tag name="POCKET_APPLY_TIME" val="2019年2月14日"/>
  <p:tag name="POCKET_APPLY_TYPE" val="Slid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24</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31265: Assessment 2A</vt:lpstr>
      <vt:lpstr>PowerPoint Presentation</vt:lpstr>
      <vt:lpstr>Team Contributions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Karell Yusdygo</dc:creator>
  <cp:revision>5</cp:revision>
  <dcterms:created xsi:type="dcterms:W3CDTF">2025-11-25T03:39:09Z</dcterms:created>
  <dcterms:modified xsi:type="dcterms:W3CDTF">2026-09-10T09:47:31Z</dcterms:modified>
</cp:coreProperties>
</file>